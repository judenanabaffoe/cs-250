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1FBB9E-88BF-49FB-98CA-76856799356D}" v="31" dt="2025-10-15T00:34:47.8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e Mensah" userId="43b7c7287c77fbdd" providerId="LiveId" clId="{C46A6A46-A739-4F99-AA9D-60176AC1F87C}"/>
    <pc:docChg chg="undo custSel addSld modSld">
      <pc:chgData name="Jude Mensah" userId="43b7c7287c77fbdd" providerId="LiveId" clId="{C46A6A46-A739-4F99-AA9D-60176AC1F87C}" dt="2025-10-15T00:38:13.871" v="70" actId="20577"/>
      <pc:docMkLst>
        <pc:docMk/>
      </pc:docMkLst>
      <pc:sldChg chg="addSp delSp modSp mod setBg setClrOvrMap">
        <pc:chgData name="Jude Mensah" userId="43b7c7287c77fbdd" providerId="LiveId" clId="{C46A6A46-A739-4F99-AA9D-60176AC1F87C}" dt="2025-10-15T00:38:13.871" v="70" actId="20577"/>
        <pc:sldMkLst>
          <pc:docMk/>
          <pc:sldMk cId="1321036493" sldId="257"/>
        </pc:sldMkLst>
        <pc:spChg chg="mod">
          <ac:chgData name="Jude Mensah" userId="43b7c7287c77fbdd" providerId="LiveId" clId="{C46A6A46-A739-4F99-AA9D-60176AC1F87C}" dt="2025-10-15T00:37:56.458" v="66" actId="26606"/>
          <ac:spMkLst>
            <pc:docMk/>
            <pc:sldMk cId="1321036493" sldId="257"/>
            <ac:spMk id="2" creationId="{3D7F1B80-5165-A4EC-577F-E863F25F3BA9}"/>
          </ac:spMkLst>
        </pc:spChg>
        <pc:spChg chg="add del">
          <ac:chgData name="Jude Mensah" userId="43b7c7287c77fbdd" providerId="LiveId" clId="{C46A6A46-A739-4F99-AA9D-60176AC1F87C}" dt="2025-10-15T00:37:56.458" v="66" actId="26606"/>
          <ac:spMkLst>
            <pc:docMk/>
            <pc:sldMk cId="1321036493" sldId="257"/>
            <ac:spMk id="20" creationId="{BACC6370-2D7E-4714-9D71-7542949D7D5D}"/>
          </ac:spMkLst>
        </pc:spChg>
        <pc:spChg chg="add del">
          <ac:chgData name="Jude Mensah" userId="43b7c7287c77fbdd" providerId="LiveId" clId="{C46A6A46-A739-4F99-AA9D-60176AC1F87C}" dt="2025-10-15T00:37:56.458" v="66" actId="26606"/>
          <ac:spMkLst>
            <pc:docMk/>
            <pc:sldMk cId="1321036493" sldId="257"/>
            <ac:spMk id="22" creationId="{F68B3F68-107C-434F-AA38-110D5EA91B85}"/>
          </ac:spMkLst>
        </pc:spChg>
        <pc:spChg chg="add del">
          <ac:chgData name="Jude Mensah" userId="43b7c7287c77fbdd" providerId="LiveId" clId="{C46A6A46-A739-4F99-AA9D-60176AC1F87C}" dt="2025-10-15T00:37:56.458" v="66" actId="26606"/>
          <ac:spMkLst>
            <pc:docMk/>
            <pc:sldMk cId="1321036493" sldId="257"/>
            <ac:spMk id="24" creationId="{AAD0DBB9-1A4B-4391-81D4-CB19F9AB918A}"/>
          </ac:spMkLst>
        </pc:spChg>
        <pc:spChg chg="add del">
          <ac:chgData name="Jude Mensah" userId="43b7c7287c77fbdd" providerId="LiveId" clId="{C46A6A46-A739-4F99-AA9D-60176AC1F87C}" dt="2025-10-15T00:37:56.458" v="66" actId="26606"/>
          <ac:spMkLst>
            <pc:docMk/>
            <pc:sldMk cId="1321036493" sldId="257"/>
            <ac:spMk id="26" creationId="{063BBA22-50EA-4C4D-BE05-F1CE4E63AA56}"/>
          </ac:spMkLst>
        </pc:spChg>
        <pc:spChg chg="add del">
          <ac:chgData name="Jude Mensah" userId="43b7c7287c77fbdd" providerId="LiveId" clId="{C46A6A46-A739-4F99-AA9D-60176AC1F87C}" dt="2025-10-15T00:34:13.981" v="47" actId="26606"/>
          <ac:spMkLst>
            <pc:docMk/>
            <pc:sldMk cId="1321036493" sldId="257"/>
            <ac:spMk id="31" creationId="{BACC6370-2D7E-4714-9D71-7542949D7D5D}"/>
          </ac:spMkLst>
        </pc:spChg>
        <pc:spChg chg="add del">
          <ac:chgData name="Jude Mensah" userId="43b7c7287c77fbdd" providerId="LiveId" clId="{C46A6A46-A739-4F99-AA9D-60176AC1F87C}" dt="2025-10-15T00:37:56.424" v="65" actId="26606"/>
          <ac:spMkLst>
            <pc:docMk/>
            <pc:sldMk cId="1321036493" sldId="257"/>
            <ac:spMk id="32" creationId="{9228552E-C8B1-4A80-8448-0787CE0FC704}"/>
          </ac:spMkLst>
        </pc:spChg>
        <pc:spChg chg="add del">
          <ac:chgData name="Jude Mensah" userId="43b7c7287c77fbdd" providerId="LiveId" clId="{C46A6A46-A739-4F99-AA9D-60176AC1F87C}" dt="2025-10-15T00:34:13.981" v="47" actId="26606"/>
          <ac:spMkLst>
            <pc:docMk/>
            <pc:sldMk cId="1321036493" sldId="257"/>
            <ac:spMk id="33" creationId="{F68B3F68-107C-434F-AA38-110D5EA91B85}"/>
          </ac:spMkLst>
        </pc:spChg>
        <pc:spChg chg="add">
          <ac:chgData name="Jude Mensah" userId="43b7c7287c77fbdd" providerId="LiveId" clId="{C46A6A46-A739-4F99-AA9D-60176AC1F87C}" dt="2025-10-15T00:37:56.458" v="66" actId="26606"/>
          <ac:spMkLst>
            <pc:docMk/>
            <pc:sldMk cId="1321036493" sldId="257"/>
            <ac:spMk id="34" creationId="{35DB3719-6FDC-4E5D-891D-FF40B7300F64}"/>
          </ac:spMkLst>
        </pc:spChg>
        <pc:spChg chg="add del">
          <ac:chgData name="Jude Mensah" userId="43b7c7287c77fbdd" providerId="LiveId" clId="{C46A6A46-A739-4F99-AA9D-60176AC1F87C}" dt="2025-10-15T00:34:13.981" v="47" actId="26606"/>
          <ac:spMkLst>
            <pc:docMk/>
            <pc:sldMk cId="1321036493" sldId="257"/>
            <ac:spMk id="35" creationId="{AAD0DBB9-1A4B-4391-81D4-CB19F9AB918A}"/>
          </ac:spMkLst>
        </pc:spChg>
        <pc:spChg chg="add">
          <ac:chgData name="Jude Mensah" userId="43b7c7287c77fbdd" providerId="LiveId" clId="{C46A6A46-A739-4F99-AA9D-60176AC1F87C}" dt="2025-10-15T00:37:56.458" v="66" actId="26606"/>
          <ac:spMkLst>
            <pc:docMk/>
            <pc:sldMk cId="1321036493" sldId="257"/>
            <ac:spMk id="36" creationId="{E0CBAC23-2E3F-4A90-BA59-F8299F6A5439}"/>
          </ac:spMkLst>
        </pc:spChg>
        <pc:spChg chg="add del">
          <ac:chgData name="Jude Mensah" userId="43b7c7287c77fbdd" providerId="LiveId" clId="{C46A6A46-A739-4F99-AA9D-60176AC1F87C}" dt="2025-10-15T00:34:13.981" v="47" actId="26606"/>
          <ac:spMkLst>
            <pc:docMk/>
            <pc:sldMk cId="1321036493" sldId="257"/>
            <ac:spMk id="37" creationId="{063BBA22-50EA-4C4D-BE05-F1CE4E63AA56}"/>
          </ac:spMkLst>
        </pc:spChg>
        <pc:spChg chg="add del">
          <ac:chgData name="Jude Mensah" userId="43b7c7287c77fbdd" providerId="LiveId" clId="{C46A6A46-A739-4F99-AA9D-60176AC1F87C}" dt="2025-10-15T00:34:14.561" v="49" actId="26606"/>
          <ac:spMkLst>
            <pc:docMk/>
            <pc:sldMk cId="1321036493" sldId="257"/>
            <ac:spMk id="39" creationId="{BACC6370-2D7E-4714-9D71-7542949D7D5D}"/>
          </ac:spMkLst>
        </pc:spChg>
        <pc:spChg chg="add del">
          <ac:chgData name="Jude Mensah" userId="43b7c7287c77fbdd" providerId="LiveId" clId="{C46A6A46-A739-4F99-AA9D-60176AC1F87C}" dt="2025-10-15T00:34:14.561" v="49" actId="26606"/>
          <ac:spMkLst>
            <pc:docMk/>
            <pc:sldMk cId="1321036493" sldId="257"/>
            <ac:spMk id="40" creationId="{F68B3F68-107C-434F-AA38-110D5EA91B85}"/>
          </ac:spMkLst>
        </pc:spChg>
        <pc:spChg chg="add del">
          <ac:chgData name="Jude Mensah" userId="43b7c7287c77fbdd" providerId="LiveId" clId="{C46A6A46-A739-4F99-AA9D-60176AC1F87C}" dt="2025-10-15T00:34:14.561" v="49" actId="26606"/>
          <ac:spMkLst>
            <pc:docMk/>
            <pc:sldMk cId="1321036493" sldId="257"/>
            <ac:spMk id="41" creationId="{AAD0DBB9-1A4B-4391-81D4-CB19F9AB918A}"/>
          </ac:spMkLst>
        </pc:spChg>
        <pc:spChg chg="add del">
          <ac:chgData name="Jude Mensah" userId="43b7c7287c77fbdd" providerId="LiveId" clId="{C46A6A46-A739-4F99-AA9D-60176AC1F87C}" dt="2025-10-15T00:34:14.561" v="49" actId="26606"/>
          <ac:spMkLst>
            <pc:docMk/>
            <pc:sldMk cId="1321036493" sldId="257"/>
            <ac:spMk id="42" creationId="{063BBA22-50EA-4C4D-BE05-F1CE4E63AA56}"/>
          </ac:spMkLst>
        </pc:spChg>
        <pc:spChg chg="add del">
          <ac:chgData name="Jude Mensah" userId="43b7c7287c77fbdd" providerId="LiveId" clId="{C46A6A46-A739-4F99-AA9D-60176AC1F87C}" dt="2025-10-15T00:34:20.626" v="51" actId="26606"/>
          <ac:spMkLst>
            <pc:docMk/>
            <pc:sldMk cId="1321036493" sldId="257"/>
            <ac:spMk id="44" creationId="{9DBC8166-481C-4473-95F5-9A5B9073B7F1}"/>
          </ac:spMkLst>
        </pc:spChg>
        <pc:spChg chg="add del">
          <ac:chgData name="Jude Mensah" userId="43b7c7287c77fbdd" providerId="LiveId" clId="{C46A6A46-A739-4F99-AA9D-60176AC1F87C}" dt="2025-10-15T00:34:20.626" v="51" actId="26606"/>
          <ac:spMkLst>
            <pc:docMk/>
            <pc:sldMk cId="1321036493" sldId="257"/>
            <ac:spMk id="45" creationId="{A5A5CE6E-90AF-4D43-A014-1F9EC83EB93D}"/>
          </ac:spMkLst>
        </pc:spChg>
        <pc:spChg chg="add del">
          <ac:chgData name="Jude Mensah" userId="43b7c7287c77fbdd" providerId="LiveId" clId="{C46A6A46-A739-4F99-AA9D-60176AC1F87C}" dt="2025-10-15T00:34:24.840" v="53" actId="26606"/>
          <ac:spMkLst>
            <pc:docMk/>
            <pc:sldMk cId="1321036493" sldId="257"/>
            <ac:spMk id="47" creationId="{35DB3719-6FDC-4E5D-891D-FF40B7300F64}"/>
          </ac:spMkLst>
        </pc:spChg>
        <pc:spChg chg="add del">
          <ac:chgData name="Jude Mensah" userId="43b7c7287c77fbdd" providerId="LiveId" clId="{C46A6A46-A739-4F99-AA9D-60176AC1F87C}" dt="2025-10-15T00:34:24.840" v="53" actId="26606"/>
          <ac:spMkLst>
            <pc:docMk/>
            <pc:sldMk cId="1321036493" sldId="257"/>
            <ac:spMk id="48" creationId="{E0CBAC23-2E3F-4A90-BA59-F8299F6A5439}"/>
          </ac:spMkLst>
        </pc:spChg>
        <pc:spChg chg="add del">
          <ac:chgData name="Jude Mensah" userId="43b7c7287c77fbdd" providerId="LiveId" clId="{C46A6A46-A739-4F99-AA9D-60176AC1F87C}" dt="2025-10-15T00:34:31.139" v="57" actId="26606"/>
          <ac:spMkLst>
            <pc:docMk/>
            <pc:sldMk cId="1321036493" sldId="257"/>
            <ac:spMk id="49" creationId="{A00D2CE1-35C1-46E6-BD59-CEE668BD90F4}"/>
          </ac:spMkLst>
        </pc:spChg>
        <pc:spChg chg="add del">
          <ac:chgData name="Jude Mensah" userId="43b7c7287c77fbdd" providerId="LiveId" clId="{C46A6A46-A739-4F99-AA9D-60176AC1F87C}" dt="2025-10-15T00:34:26.280" v="55" actId="26606"/>
          <ac:spMkLst>
            <pc:docMk/>
            <pc:sldMk cId="1321036493" sldId="257"/>
            <ac:spMk id="50" creationId="{9DBC8166-481C-4473-95F5-9A5B9073B7F1}"/>
          </ac:spMkLst>
        </pc:spChg>
        <pc:spChg chg="add del">
          <ac:chgData name="Jude Mensah" userId="43b7c7287c77fbdd" providerId="LiveId" clId="{C46A6A46-A739-4F99-AA9D-60176AC1F87C}" dt="2025-10-15T00:34:26.280" v="55" actId="26606"/>
          <ac:spMkLst>
            <pc:docMk/>
            <pc:sldMk cId="1321036493" sldId="257"/>
            <ac:spMk id="51" creationId="{A5A5CE6E-90AF-4D43-A014-1F9EC83EB93D}"/>
          </ac:spMkLst>
        </pc:spChg>
        <pc:spChg chg="add del">
          <ac:chgData name="Jude Mensah" userId="43b7c7287c77fbdd" providerId="LiveId" clId="{C46A6A46-A739-4F99-AA9D-60176AC1F87C}" dt="2025-10-15T00:34:31.139" v="57" actId="26606"/>
          <ac:spMkLst>
            <pc:docMk/>
            <pc:sldMk cId="1321036493" sldId="257"/>
            <ac:spMk id="56" creationId="{A3EFF7B1-6CB7-47D1-AD37-B870CA2B2151}"/>
          </ac:spMkLst>
        </pc:spChg>
        <pc:spChg chg="add del">
          <ac:chgData name="Jude Mensah" userId="43b7c7287c77fbdd" providerId="LiveId" clId="{C46A6A46-A739-4F99-AA9D-60176AC1F87C}" dt="2025-10-15T00:34:31.139" v="57" actId="26606"/>
          <ac:spMkLst>
            <pc:docMk/>
            <pc:sldMk cId="1321036493" sldId="257"/>
            <ac:spMk id="57" creationId="{E18403B7-F2C7-4C07-8522-21C31910902C}"/>
          </ac:spMkLst>
        </pc:spChg>
        <pc:spChg chg="add del">
          <ac:chgData name="Jude Mensah" userId="43b7c7287c77fbdd" providerId="LiveId" clId="{C46A6A46-A739-4F99-AA9D-60176AC1F87C}" dt="2025-10-15T00:34:31.139" v="57" actId="26606"/>
          <ac:spMkLst>
            <pc:docMk/>
            <pc:sldMk cId="1321036493" sldId="257"/>
            <ac:spMk id="58" creationId="{7FA2962B-21B6-4689-A95D-A8FF6ADE47F1}"/>
          </ac:spMkLst>
        </pc:spChg>
        <pc:spChg chg="add del">
          <ac:chgData name="Jude Mensah" userId="43b7c7287c77fbdd" providerId="LiveId" clId="{C46A6A46-A739-4F99-AA9D-60176AC1F87C}" dt="2025-10-15T00:34:34.934" v="59" actId="26606"/>
          <ac:spMkLst>
            <pc:docMk/>
            <pc:sldMk cId="1321036493" sldId="257"/>
            <ac:spMk id="74" creationId="{BACC6370-2D7E-4714-9D71-7542949D7D5D}"/>
          </ac:spMkLst>
        </pc:spChg>
        <pc:spChg chg="add del">
          <ac:chgData name="Jude Mensah" userId="43b7c7287c77fbdd" providerId="LiveId" clId="{C46A6A46-A739-4F99-AA9D-60176AC1F87C}" dt="2025-10-15T00:34:34.934" v="59" actId="26606"/>
          <ac:spMkLst>
            <pc:docMk/>
            <pc:sldMk cId="1321036493" sldId="257"/>
            <ac:spMk id="75" creationId="{F68B3F68-107C-434F-AA38-110D5EA91B85}"/>
          </ac:spMkLst>
        </pc:spChg>
        <pc:spChg chg="add del">
          <ac:chgData name="Jude Mensah" userId="43b7c7287c77fbdd" providerId="LiveId" clId="{C46A6A46-A739-4F99-AA9D-60176AC1F87C}" dt="2025-10-15T00:34:34.934" v="59" actId="26606"/>
          <ac:spMkLst>
            <pc:docMk/>
            <pc:sldMk cId="1321036493" sldId="257"/>
            <ac:spMk id="76" creationId="{AAD0DBB9-1A4B-4391-81D4-CB19F9AB918A}"/>
          </ac:spMkLst>
        </pc:spChg>
        <pc:spChg chg="add del">
          <ac:chgData name="Jude Mensah" userId="43b7c7287c77fbdd" providerId="LiveId" clId="{C46A6A46-A739-4F99-AA9D-60176AC1F87C}" dt="2025-10-15T00:34:34.934" v="59" actId="26606"/>
          <ac:spMkLst>
            <pc:docMk/>
            <pc:sldMk cId="1321036493" sldId="257"/>
            <ac:spMk id="77" creationId="{063BBA22-50EA-4C4D-BE05-F1CE4E63AA56}"/>
          </ac:spMkLst>
        </pc:spChg>
        <pc:graphicFrameChg chg="mod modGraphic">
          <ac:chgData name="Jude Mensah" userId="43b7c7287c77fbdd" providerId="LiveId" clId="{C46A6A46-A739-4F99-AA9D-60176AC1F87C}" dt="2025-10-15T00:38:13.871" v="70" actId="20577"/>
          <ac:graphicFrameMkLst>
            <pc:docMk/>
            <pc:sldMk cId="1321036493" sldId="257"/>
            <ac:graphicFrameMk id="5" creationId="{61D9D521-366F-7B4B-2910-C1C09CA7FBC4}"/>
          </ac:graphicFrameMkLst>
        </pc:graphicFrameChg>
        <pc:picChg chg="add del">
          <ac:chgData name="Jude Mensah" userId="43b7c7287c77fbdd" providerId="LiveId" clId="{C46A6A46-A739-4F99-AA9D-60176AC1F87C}" dt="2025-10-15T00:37:56.424" v="65" actId="26606"/>
          <ac:picMkLst>
            <pc:docMk/>
            <pc:sldMk cId="1321036493" sldId="257"/>
            <ac:picMk id="28" creationId="{E2389F92-E7B6-82E4-C7EF-C9AE777488E2}"/>
          </ac:picMkLst>
        </pc:picChg>
      </pc:sldChg>
      <pc:sldChg chg="addSp delSp modSp mod">
        <pc:chgData name="Jude Mensah" userId="43b7c7287c77fbdd" providerId="LiveId" clId="{C46A6A46-A739-4F99-AA9D-60176AC1F87C}" dt="2025-10-15T00:30:14.802" v="35" actId="113"/>
        <pc:sldMkLst>
          <pc:docMk/>
          <pc:sldMk cId="3993383497" sldId="258"/>
        </pc:sldMkLst>
        <pc:spChg chg="del">
          <ac:chgData name="Jude Mensah" userId="43b7c7287c77fbdd" providerId="LiveId" clId="{C46A6A46-A739-4F99-AA9D-60176AC1F87C}" dt="2025-10-15T00:25:57.234" v="0" actId="26606"/>
          <ac:spMkLst>
            <pc:docMk/>
            <pc:sldMk cId="3993383497" sldId="258"/>
            <ac:spMk id="22" creationId="{F68B3F68-107C-434F-AA38-110D5EA91B85}"/>
          </ac:spMkLst>
        </pc:spChg>
        <pc:spChg chg="del">
          <ac:chgData name="Jude Mensah" userId="43b7c7287c77fbdd" providerId="LiveId" clId="{C46A6A46-A739-4F99-AA9D-60176AC1F87C}" dt="2025-10-15T00:25:57.234" v="0" actId="26606"/>
          <ac:spMkLst>
            <pc:docMk/>
            <pc:sldMk cId="3993383497" sldId="258"/>
            <ac:spMk id="23" creationId="{BACC6370-2D7E-4714-9D71-7542949D7D5D}"/>
          </ac:spMkLst>
        </pc:spChg>
        <pc:spChg chg="del">
          <ac:chgData name="Jude Mensah" userId="43b7c7287c77fbdd" providerId="LiveId" clId="{C46A6A46-A739-4F99-AA9D-60176AC1F87C}" dt="2025-10-15T00:25:57.234" v="0" actId="26606"/>
          <ac:spMkLst>
            <pc:docMk/>
            <pc:sldMk cId="3993383497" sldId="258"/>
            <ac:spMk id="24" creationId="{AAD0DBB9-1A4B-4391-81D4-CB19F9AB918A}"/>
          </ac:spMkLst>
        </pc:spChg>
        <pc:spChg chg="del">
          <ac:chgData name="Jude Mensah" userId="43b7c7287c77fbdd" providerId="LiveId" clId="{C46A6A46-A739-4F99-AA9D-60176AC1F87C}" dt="2025-10-15T00:25:57.234" v="0" actId="26606"/>
          <ac:spMkLst>
            <pc:docMk/>
            <pc:sldMk cId="3993383497" sldId="258"/>
            <ac:spMk id="26" creationId="{063BBA22-50EA-4C4D-BE05-F1CE4E63AA56}"/>
          </ac:spMkLst>
        </pc:spChg>
        <pc:spChg chg="add">
          <ac:chgData name="Jude Mensah" userId="43b7c7287c77fbdd" providerId="LiveId" clId="{C46A6A46-A739-4F99-AA9D-60176AC1F87C}" dt="2025-10-15T00:25:57.234" v="0" actId="26606"/>
          <ac:spMkLst>
            <pc:docMk/>
            <pc:sldMk cId="3993383497" sldId="258"/>
            <ac:spMk id="31" creationId="{BACC6370-2D7E-4714-9D71-7542949D7D5D}"/>
          </ac:spMkLst>
        </pc:spChg>
        <pc:spChg chg="add">
          <ac:chgData name="Jude Mensah" userId="43b7c7287c77fbdd" providerId="LiveId" clId="{C46A6A46-A739-4F99-AA9D-60176AC1F87C}" dt="2025-10-15T00:25:57.234" v="0" actId="26606"/>
          <ac:spMkLst>
            <pc:docMk/>
            <pc:sldMk cId="3993383497" sldId="258"/>
            <ac:spMk id="33" creationId="{F68B3F68-107C-434F-AA38-110D5EA91B85}"/>
          </ac:spMkLst>
        </pc:spChg>
        <pc:spChg chg="add">
          <ac:chgData name="Jude Mensah" userId="43b7c7287c77fbdd" providerId="LiveId" clId="{C46A6A46-A739-4F99-AA9D-60176AC1F87C}" dt="2025-10-15T00:25:57.234" v="0" actId="26606"/>
          <ac:spMkLst>
            <pc:docMk/>
            <pc:sldMk cId="3993383497" sldId="258"/>
            <ac:spMk id="35" creationId="{AAD0DBB9-1A4B-4391-81D4-CB19F9AB918A}"/>
          </ac:spMkLst>
        </pc:spChg>
        <pc:spChg chg="add">
          <ac:chgData name="Jude Mensah" userId="43b7c7287c77fbdd" providerId="LiveId" clId="{C46A6A46-A739-4F99-AA9D-60176AC1F87C}" dt="2025-10-15T00:25:57.234" v="0" actId="26606"/>
          <ac:spMkLst>
            <pc:docMk/>
            <pc:sldMk cId="3993383497" sldId="258"/>
            <ac:spMk id="37" creationId="{063BBA22-50EA-4C4D-BE05-F1CE4E63AA56}"/>
          </ac:spMkLst>
        </pc:spChg>
        <pc:graphicFrameChg chg="mod modGraphic">
          <ac:chgData name="Jude Mensah" userId="43b7c7287c77fbdd" providerId="LiveId" clId="{C46A6A46-A739-4F99-AA9D-60176AC1F87C}" dt="2025-10-15T00:30:14.802" v="35" actId="113"/>
          <ac:graphicFrameMkLst>
            <pc:docMk/>
            <pc:sldMk cId="3993383497" sldId="258"/>
            <ac:graphicFrameMk id="5" creationId="{E60349A4-C985-45CB-7DC3-FFD3DAD99264}"/>
          </ac:graphicFrameMkLst>
        </pc:graphicFrameChg>
      </pc:sldChg>
      <pc:sldChg chg="modSp add mod">
        <pc:chgData name="Jude Mensah" userId="43b7c7287c77fbdd" providerId="LiveId" clId="{C46A6A46-A739-4F99-AA9D-60176AC1F87C}" dt="2025-10-15T00:30:20.718" v="37" actId="113"/>
        <pc:sldMkLst>
          <pc:docMk/>
          <pc:sldMk cId="2635309449" sldId="262"/>
        </pc:sldMkLst>
        <pc:graphicFrameChg chg="mod modGraphic">
          <ac:chgData name="Jude Mensah" userId="43b7c7287c77fbdd" providerId="LiveId" clId="{C46A6A46-A739-4F99-AA9D-60176AC1F87C}" dt="2025-10-15T00:30:20.718" v="37" actId="113"/>
          <ac:graphicFrameMkLst>
            <pc:docMk/>
            <pc:sldMk cId="2635309449" sldId="262"/>
            <ac:graphicFrameMk id="5" creationId="{2B71E3C6-63B6-ABE2-138B-A73C5709034C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655466-5553-4A5D-A5FB-B32FBB7D164B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D3D2829-A741-4C37-9E88-504ABC6F15A1}">
      <dgm:prSet/>
      <dgm:spPr/>
      <dgm:t>
        <a:bodyPr/>
        <a:lstStyle/>
        <a:p>
          <a:r>
            <a:rPr lang="en-US" b="1" dirty="0"/>
            <a:t>Product Owner:</a:t>
          </a:r>
          <a:r>
            <a:rPr lang="en-US" dirty="0"/>
            <a:t> </a:t>
          </a:r>
        </a:p>
        <a:p>
          <a:r>
            <a:rPr lang="en-US" b="0" i="0" dirty="0"/>
            <a:t>Represents the customer and stakeholders, manages the product backlog, and sets priorities for the team.</a:t>
          </a:r>
        </a:p>
        <a:p>
          <a:pPr>
            <a:buFont typeface="Arial" panose="020B0604020202020204" pitchFamily="34" charset="0"/>
            <a:buChar char="•"/>
          </a:pPr>
          <a:r>
            <a:rPr lang="en-US" b="0" i="0" dirty="0"/>
            <a:t>Ensures the team is always working on the most valuable features, clarifies requirements, and acts as the single point of contact for business decisions. </a:t>
          </a:r>
        </a:p>
      </dgm:t>
    </dgm:pt>
    <dgm:pt modelId="{9581674A-C126-4887-BDC7-D5F0F7E9F8C4}" type="parTrans" cxnId="{AA1A2B34-3CC8-4130-B78A-B12C8833AE24}">
      <dgm:prSet/>
      <dgm:spPr/>
      <dgm:t>
        <a:bodyPr/>
        <a:lstStyle/>
        <a:p>
          <a:endParaRPr lang="en-US"/>
        </a:p>
      </dgm:t>
    </dgm:pt>
    <dgm:pt modelId="{FDB62522-F0F3-42EC-ADB3-D5F7CFCFB7A8}" type="sibTrans" cxnId="{AA1A2B34-3CC8-4130-B78A-B12C8833AE24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17E974FC-36C1-4918-A9B5-0F882F40061A}">
      <dgm:prSet/>
      <dgm:spPr/>
      <dgm:t>
        <a:bodyPr/>
        <a:lstStyle/>
        <a:p>
          <a:r>
            <a:rPr lang="en-US" b="1" dirty="0"/>
            <a:t>Scrum Master:</a:t>
          </a:r>
          <a:r>
            <a:rPr lang="en-US" dirty="0"/>
            <a:t> </a:t>
          </a:r>
        </a:p>
        <a:p>
          <a:r>
            <a:rPr lang="en-US" b="0" i="0" dirty="0"/>
            <a:t>Facilitates Scrum events (like Sprint Planning, Daily Scrum, Sprint Review, and Retrospective), removes obstacles, and coaches the team in Agile practices.</a:t>
          </a:r>
        </a:p>
        <a:p>
          <a:pPr>
            <a:buFont typeface="Arial" panose="020B0604020202020204" pitchFamily="34" charset="0"/>
            <a:buChar char="•"/>
          </a:pPr>
          <a:r>
            <a:rPr lang="en-US" b="0" i="0" dirty="0"/>
            <a:t>Helps the team stay focused, productive, and true to Agile principles. The Scrum Master shields the team from distractions, fosters a culture of continuous improvement, and ensures that Scrum processes are followed.</a:t>
          </a:r>
          <a:endParaRPr lang="en-US" dirty="0"/>
        </a:p>
      </dgm:t>
    </dgm:pt>
    <dgm:pt modelId="{46130D5B-14B6-4A5A-810A-FE29D3185D86}" type="parTrans" cxnId="{DA422095-8BB7-48C0-A786-0818303E3D6F}">
      <dgm:prSet/>
      <dgm:spPr/>
      <dgm:t>
        <a:bodyPr/>
        <a:lstStyle/>
        <a:p>
          <a:endParaRPr lang="en-US"/>
        </a:p>
      </dgm:t>
    </dgm:pt>
    <dgm:pt modelId="{EBFF93ED-F83B-4635-87D2-997192FBA675}" type="sibTrans" cxnId="{DA422095-8BB7-48C0-A786-0818303E3D6F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A0B47061-3C1F-41EB-AD1F-C31A3227A944}">
      <dgm:prSet/>
      <dgm:spPr/>
      <dgm:t>
        <a:bodyPr/>
        <a:lstStyle/>
        <a:p>
          <a:r>
            <a:rPr lang="en-US" b="1" dirty="0"/>
            <a:t>Dev. Team:</a:t>
          </a:r>
        </a:p>
        <a:p>
          <a:r>
            <a:rPr lang="en-US" b="0" i="0"/>
            <a:t>A </a:t>
          </a:r>
          <a:r>
            <a:rPr lang="en-US" b="0" i="0" dirty="0"/>
            <a:t>cross-functional group of professionals (developers, testers, designers, etc.) who build, test, and deliver the product increment each sprint.</a:t>
          </a:r>
        </a:p>
        <a:p>
          <a:pPr>
            <a:buFont typeface="Arial" panose="020B0604020202020204" pitchFamily="34" charset="0"/>
            <a:buChar char="•"/>
          </a:pPr>
          <a:r>
            <a:rPr lang="en-US" b="0" i="0" dirty="0"/>
            <a:t>The team is self-organizing and collectively responsible for delivering high-quality, working software.</a:t>
          </a:r>
          <a:endParaRPr lang="en-US" dirty="0"/>
        </a:p>
      </dgm:t>
    </dgm:pt>
    <dgm:pt modelId="{79C2E1C7-A1E7-4A14-AD48-C2DB162E04FB}" type="parTrans" cxnId="{00C5F95C-F1B9-4EE5-830F-CB2E61C967D1}">
      <dgm:prSet/>
      <dgm:spPr/>
      <dgm:t>
        <a:bodyPr/>
        <a:lstStyle/>
        <a:p>
          <a:endParaRPr lang="en-US"/>
        </a:p>
      </dgm:t>
    </dgm:pt>
    <dgm:pt modelId="{07B0BB59-F31C-410A-91A2-461B9228100B}" type="sibTrans" cxnId="{00C5F95C-F1B9-4EE5-830F-CB2E61C967D1}">
      <dgm:prSet phldrT="03"/>
      <dgm:spPr/>
      <dgm:t>
        <a:bodyPr/>
        <a:lstStyle/>
        <a:p>
          <a:endParaRPr lang="en-US"/>
        </a:p>
      </dgm:t>
    </dgm:pt>
    <dgm:pt modelId="{16BCE0A9-928E-4389-8132-D363A91D10CB}" type="pres">
      <dgm:prSet presAssocID="{9F655466-5553-4A5D-A5FB-B32FBB7D164B}" presName="Name0" presStyleCnt="0">
        <dgm:presLayoutVars>
          <dgm:dir/>
          <dgm:resizeHandles val="exact"/>
        </dgm:presLayoutVars>
      </dgm:prSet>
      <dgm:spPr/>
    </dgm:pt>
    <dgm:pt modelId="{FAEF7B69-687E-4D5D-A617-3C2ED3CE0ED7}" type="pres">
      <dgm:prSet presAssocID="{AD3D2829-A741-4C37-9E88-504ABC6F15A1}" presName="node" presStyleLbl="node1" presStyleIdx="0" presStyleCnt="3">
        <dgm:presLayoutVars>
          <dgm:bulletEnabled val="1"/>
        </dgm:presLayoutVars>
      </dgm:prSet>
      <dgm:spPr/>
    </dgm:pt>
    <dgm:pt modelId="{A72072A9-E70B-4B95-8344-6B96107655C9}" type="pres">
      <dgm:prSet presAssocID="{FDB62522-F0F3-42EC-ADB3-D5F7CFCFB7A8}" presName="sibTrans" presStyleLbl="sibTrans2D1" presStyleIdx="0" presStyleCnt="2"/>
      <dgm:spPr/>
    </dgm:pt>
    <dgm:pt modelId="{F99162A6-C32C-44F8-9CA7-8A7EBA2B2301}" type="pres">
      <dgm:prSet presAssocID="{FDB62522-F0F3-42EC-ADB3-D5F7CFCFB7A8}" presName="connectorText" presStyleLbl="sibTrans2D1" presStyleIdx="0" presStyleCnt="2"/>
      <dgm:spPr/>
    </dgm:pt>
    <dgm:pt modelId="{8BFBA0BA-FD6F-4D4B-8675-423486F163FB}" type="pres">
      <dgm:prSet presAssocID="{17E974FC-36C1-4918-A9B5-0F882F40061A}" presName="node" presStyleLbl="node1" presStyleIdx="1" presStyleCnt="3">
        <dgm:presLayoutVars>
          <dgm:bulletEnabled val="1"/>
        </dgm:presLayoutVars>
      </dgm:prSet>
      <dgm:spPr/>
    </dgm:pt>
    <dgm:pt modelId="{DE24C612-E2B0-4BFA-95C9-58677D254EBE}" type="pres">
      <dgm:prSet presAssocID="{EBFF93ED-F83B-4635-87D2-997192FBA675}" presName="sibTrans" presStyleLbl="sibTrans2D1" presStyleIdx="1" presStyleCnt="2"/>
      <dgm:spPr/>
    </dgm:pt>
    <dgm:pt modelId="{0852CA84-3FF8-4A22-9C78-EB2A7BF343FE}" type="pres">
      <dgm:prSet presAssocID="{EBFF93ED-F83B-4635-87D2-997192FBA675}" presName="connectorText" presStyleLbl="sibTrans2D1" presStyleIdx="1" presStyleCnt="2"/>
      <dgm:spPr/>
    </dgm:pt>
    <dgm:pt modelId="{2EAC0223-870E-4F24-B4EE-58840A7762F9}" type="pres">
      <dgm:prSet presAssocID="{A0B47061-3C1F-41EB-AD1F-C31A3227A944}" presName="node" presStyleLbl="node1" presStyleIdx="2" presStyleCnt="3">
        <dgm:presLayoutVars>
          <dgm:bulletEnabled val="1"/>
        </dgm:presLayoutVars>
      </dgm:prSet>
      <dgm:spPr/>
    </dgm:pt>
  </dgm:ptLst>
  <dgm:cxnLst>
    <dgm:cxn modelId="{E587C613-84B7-4487-89D3-CA7DD6F347FF}" type="presOf" srcId="{FDB62522-F0F3-42EC-ADB3-D5F7CFCFB7A8}" destId="{A72072A9-E70B-4B95-8344-6B96107655C9}" srcOrd="0" destOrd="0" presId="urn:microsoft.com/office/officeart/2005/8/layout/process1"/>
    <dgm:cxn modelId="{AA1A2B34-3CC8-4130-B78A-B12C8833AE24}" srcId="{9F655466-5553-4A5D-A5FB-B32FBB7D164B}" destId="{AD3D2829-A741-4C37-9E88-504ABC6F15A1}" srcOrd="0" destOrd="0" parTransId="{9581674A-C126-4887-BDC7-D5F0F7E9F8C4}" sibTransId="{FDB62522-F0F3-42EC-ADB3-D5F7CFCFB7A8}"/>
    <dgm:cxn modelId="{00C5F95C-F1B9-4EE5-830F-CB2E61C967D1}" srcId="{9F655466-5553-4A5D-A5FB-B32FBB7D164B}" destId="{A0B47061-3C1F-41EB-AD1F-C31A3227A944}" srcOrd="2" destOrd="0" parTransId="{79C2E1C7-A1E7-4A14-AD48-C2DB162E04FB}" sibTransId="{07B0BB59-F31C-410A-91A2-461B9228100B}"/>
    <dgm:cxn modelId="{B0C1B664-81AC-4C7F-B329-A5CC70870676}" type="presOf" srcId="{EBFF93ED-F83B-4635-87D2-997192FBA675}" destId="{DE24C612-E2B0-4BFA-95C9-58677D254EBE}" srcOrd="0" destOrd="0" presId="urn:microsoft.com/office/officeart/2005/8/layout/process1"/>
    <dgm:cxn modelId="{382DEF89-2B2A-4D3B-8F01-ED97A7D580EB}" type="presOf" srcId="{FDB62522-F0F3-42EC-ADB3-D5F7CFCFB7A8}" destId="{F99162A6-C32C-44F8-9CA7-8A7EBA2B2301}" srcOrd="1" destOrd="0" presId="urn:microsoft.com/office/officeart/2005/8/layout/process1"/>
    <dgm:cxn modelId="{DA422095-8BB7-48C0-A786-0818303E3D6F}" srcId="{9F655466-5553-4A5D-A5FB-B32FBB7D164B}" destId="{17E974FC-36C1-4918-A9B5-0F882F40061A}" srcOrd="1" destOrd="0" parTransId="{46130D5B-14B6-4A5A-810A-FE29D3185D86}" sibTransId="{EBFF93ED-F83B-4635-87D2-997192FBA675}"/>
    <dgm:cxn modelId="{CDB6F5D5-1B6A-40DD-9374-BE340531819F}" type="presOf" srcId="{9F655466-5553-4A5D-A5FB-B32FBB7D164B}" destId="{16BCE0A9-928E-4389-8132-D363A91D10CB}" srcOrd="0" destOrd="0" presId="urn:microsoft.com/office/officeart/2005/8/layout/process1"/>
    <dgm:cxn modelId="{D12B8EE2-40F6-4E7A-91F9-CDDF0F4C84E3}" type="presOf" srcId="{AD3D2829-A741-4C37-9E88-504ABC6F15A1}" destId="{FAEF7B69-687E-4D5D-A617-3C2ED3CE0ED7}" srcOrd="0" destOrd="0" presId="urn:microsoft.com/office/officeart/2005/8/layout/process1"/>
    <dgm:cxn modelId="{864366EF-B948-4664-856F-7602A3947447}" type="presOf" srcId="{17E974FC-36C1-4918-A9B5-0F882F40061A}" destId="{8BFBA0BA-FD6F-4D4B-8675-423486F163FB}" srcOrd="0" destOrd="0" presId="urn:microsoft.com/office/officeart/2005/8/layout/process1"/>
    <dgm:cxn modelId="{34ECEBF1-0C27-4966-9D11-B9761010C947}" type="presOf" srcId="{EBFF93ED-F83B-4635-87D2-997192FBA675}" destId="{0852CA84-3FF8-4A22-9C78-EB2A7BF343FE}" srcOrd="1" destOrd="0" presId="urn:microsoft.com/office/officeart/2005/8/layout/process1"/>
    <dgm:cxn modelId="{80347FF7-46CC-4847-B427-2D42C04587EB}" type="presOf" srcId="{A0B47061-3C1F-41EB-AD1F-C31A3227A944}" destId="{2EAC0223-870E-4F24-B4EE-58840A7762F9}" srcOrd="0" destOrd="0" presId="urn:microsoft.com/office/officeart/2005/8/layout/process1"/>
    <dgm:cxn modelId="{FAC9FFF2-C712-4C9A-9957-7F70A19B786F}" type="presParOf" srcId="{16BCE0A9-928E-4389-8132-D363A91D10CB}" destId="{FAEF7B69-687E-4D5D-A617-3C2ED3CE0ED7}" srcOrd="0" destOrd="0" presId="urn:microsoft.com/office/officeart/2005/8/layout/process1"/>
    <dgm:cxn modelId="{BBB83B33-E61E-4E43-93F9-03B8C3E531D5}" type="presParOf" srcId="{16BCE0A9-928E-4389-8132-D363A91D10CB}" destId="{A72072A9-E70B-4B95-8344-6B96107655C9}" srcOrd="1" destOrd="0" presId="urn:microsoft.com/office/officeart/2005/8/layout/process1"/>
    <dgm:cxn modelId="{68AB987A-D5DB-4065-A391-666C814C656E}" type="presParOf" srcId="{A72072A9-E70B-4B95-8344-6B96107655C9}" destId="{F99162A6-C32C-44F8-9CA7-8A7EBA2B2301}" srcOrd="0" destOrd="0" presId="urn:microsoft.com/office/officeart/2005/8/layout/process1"/>
    <dgm:cxn modelId="{C6A90BFE-FA62-401E-BB37-B95A22DEEF01}" type="presParOf" srcId="{16BCE0A9-928E-4389-8132-D363A91D10CB}" destId="{8BFBA0BA-FD6F-4D4B-8675-423486F163FB}" srcOrd="2" destOrd="0" presId="urn:microsoft.com/office/officeart/2005/8/layout/process1"/>
    <dgm:cxn modelId="{E67DCD98-D962-4BF4-8EF9-EE7BBA76ED99}" type="presParOf" srcId="{16BCE0A9-928E-4389-8132-D363A91D10CB}" destId="{DE24C612-E2B0-4BFA-95C9-58677D254EBE}" srcOrd="3" destOrd="0" presId="urn:microsoft.com/office/officeart/2005/8/layout/process1"/>
    <dgm:cxn modelId="{EF65AF9F-E326-4277-B40F-8620A58D28C8}" type="presParOf" srcId="{DE24C612-E2B0-4BFA-95C9-58677D254EBE}" destId="{0852CA84-3FF8-4A22-9C78-EB2A7BF343FE}" srcOrd="0" destOrd="0" presId="urn:microsoft.com/office/officeart/2005/8/layout/process1"/>
    <dgm:cxn modelId="{FEE285C9-B2FA-4BC3-9385-DCF0D4B48EB3}" type="presParOf" srcId="{16BCE0A9-928E-4389-8132-D363A91D10CB}" destId="{2EAC0223-870E-4F24-B4EE-58840A7762F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D51084-71D9-4BA9-ACF9-0493A8C51F24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8B331EB-0D86-4300-82AC-ABFE41D2F5B5}">
      <dgm:prSet/>
      <dgm:spPr/>
      <dgm:t>
        <a:bodyPr/>
        <a:lstStyle/>
        <a:p>
          <a:r>
            <a:rPr lang="en-US" b="1" i="0" dirty="0"/>
            <a:t>Agile SDLC—Phases I (Planning to Development)</a:t>
          </a:r>
          <a:endParaRPr lang="en-US" b="1" dirty="0"/>
        </a:p>
      </dgm:t>
    </dgm:pt>
    <dgm:pt modelId="{7766F690-4E34-4A26-82EA-B604DA444741}" type="parTrans" cxnId="{DA506901-6BB0-4756-BC7E-8AFFB296856D}">
      <dgm:prSet/>
      <dgm:spPr/>
      <dgm:t>
        <a:bodyPr/>
        <a:lstStyle/>
        <a:p>
          <a:endParaRPr lang="en-US"/>
        </a:p>
      </dgm:t>
    </dgm:pt>
    <dgm:pt modelId="{0CA2303E-5339-44F6-8157-E45822628DAE}" type="sibTrans" cxnId="{DA506901-6BB0-4756-BC7E-8AFFB296856D}">
      <dgm:prSet/>
      <dgm:spPr/>
      <dgm:t>
        <a:bodyPr/>
        <a:lstStyle/>
        <a:p>
          <a:endParaRPr lang="en-US"/>
        </a:p>
      </dgm:t>
    </dgm:pt>
    <dgm:pt modelId="{79A18FCB-860B-4062-938B-DA9074B87AF3}">
      <dgm:prSet/>
      <dgm:spPr/>
      <dgm:t>
        <a:bodyPr/>
        <a:lstStyle/>
        <a:p>
          <a:r>
            <a:rPr lang="en-US" b="1" i="0" dirty="0"/>
            <a:t>Requirements Gathering &amp; Backlog Creation</a:t>
          </a:r>
          <a:endParaRPr lang="en-US" b="1" dirty="0"/>
        </a:p>
      </dgm:t>
    </dgm:pt>
    <dgm:pt modelId="{F7B1294E-2CA7-46CA-A0E4-17966121827D}" type="parTrans" cxnId="{65EB149D-A4B7-4682-B1A1-F910A41E7B71}">
      <dgm:prSet/>
      <dgm:spPr/>
      <dgm:t>
        <a:bodyPr/>
        <a:lstStyle/>
        <a:p>
          <a:endParaRPr lang="en-US"/>
        </a:p>
      </dgm:t>
    </dgm:pt>
    <dgm:pt modelId="{19A96B18-51AD-4255-B091-1A7CE58E6B6A}" type="sibTrans" cxnId="{65EB149D-A4B7-4682-B1A1-F910A41E7B71}">
      <dgm:prSet/>
      <dgm:spPr/>
      <dgm:t>
        <a:bodyPr/>
        <a:lstStyle/>
        <a:p>
          <a:endParaRPr lang="en-US"/>
        </a:p>
      </dgm:t>
    </dgm:pt>
    <dgm:pt modelId="{3EBD8A59-A0FF-4ED2-8C8B-63CCD0EE047D}">
      <dgm:prSet/>
      <dgm:spPr/>
      <dgm:t>
        <a:bodyPr/>
        <a:lstStyle/>
        <a:p>
          <a:r>
            <a:rPr lang="en-US" b="1" i="0" dirty="0"/>
            <a:t>Why  It’s Important</a:t>
          </a:r>
          <a:endParaRPr lang="en-US" b="1" dirty="0"/>
        </a:p>
      </dgm:t>
    </dgm:pt>
    <dgm:pt modelId="{B85A7CE1-385C-4BFC-867C-31226765E396}" type="parTrans" cxnId="{374D48B2-3B71-4C98-AEEB-F74682A555E7}">
      <dgm:prSet/>
      <dgm:spPr/>
      <dgm:t>
        <a:bodyPr/>
        <a:lstStyle/>
        <a:p>
          <a:endParaRPr lang="en-US"/>
        </a:p>
      </dgm:t>
    </dgm:pt>
    <dgm:pt modelId="{AFA697F5-6170-4597-992D-9AD73360D1AA}" type="sibTrans" cxnId="{374D48B2-3B71-4C98-AEEB-F74682A555E7}">
      <dgm:prSet/>
      <dgm:spPr/>
      <dgm:t>
        <a:bodyPr/>
        <a:lstStyle/>
        <a:p>
          <a:endParaRPr lang="en-US"/>
        </a:p>
      </dgm:t>
    </dgm:pt>
    <dgm:pt modelId="{6553B4B7-CA41-476C-8704-E6DE7D80CCD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Ensures continuous alignment with business goals.</a:t>
          </a:r>
          <a:endParaRPr lang="en-US" dirty="0"/>
        </a:p>
      </dgm:t>
    </dgm:pt>
    <dgm:pt modelId="{21E3530A-7B55-4DA0-A555-4F5A17BF40D7}" type="parTrans" cxnId="{228C7569-E706-4B28-8B95-531102EBFA9C}">
      <dgm:prSet/>
      <dgm:spPr/>
      <dgm:t>
        <a:bodyPr/>
        <a:lstStyle/>
        <a:p>
          <a:endParaRPr lang="en-US"/>
        </a:p>
      </dgm:t>
    </dgm:pt>
    <dgm:pt modelId="{F31BCDAF-C9EE-4717-826B-747A84BC58B5}" type="sibTrans" cxnId="{228C7569-E706-4B28-8B95-531102EBFA9C}">
      <dgm:prSet/>
      <dgm:spPr/>
      <dgm:t>
        <a:bodyPr/>
        <a:lstStyle/>
        <a:p>
          <a:endParaRPr lang="en-US"/>
        </a:p>
      </dgm:t>
    </dgm:pt>
    <dgm:pt modelId="{D3BC5E21-369C-4888-9D9E-9D54AD84FA5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Collect user stories and business needs.</a:t>
          </a:r>
        </a:p>
      </dgm:t>
    </dgm:pt>
    <dgm:pt modelId="{9A46B6E4-0ECF-44C4-9B39-FE63D392C07E}" type="parTrans" cxnId="{128016A3-3285-42E1-BCE6-972291507E52}">
      <dgm:prSet/>
      <dgm:spPr/>
      <dgm:t>
        <a:bodyPr/>
        <a:lstStyle/>
        <a:p>
          <a:endParaRPr lang="en-US"/>
        </a:p>
      </dgm:t>
    </dgm:pt>
    <dgm:pt modelId="{305FDD6E-409D-480C-A9DD-7354B3436258}" type="sibTrans" cxnId="{128016A3-3285-42E1-BCE6-972291507E52}">
      <dgm:prSet/>
      <dgm:spPr/>
      <dgm:t>
        <a:bodyPr/>
        <a:lstStyle/>
        <a:p>
          <a:endParaRPr lang="en-US"/>
        </a:p>
      </dgm:t>
    </dgm:pt>
    <dgm:pt modelId="{7131516C-171E-4C5A-9C61-FF2D750548A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Backlog is always evolving as new information emerges.</a:t>
          </a:r>
        </a:p>
      </dgm:t>
    </dgm:pt>
    <dgm:pt modelId="{CA9E089A-EEFB-4C5A-A2D8-1315A24DAA01}" type="parTrans" cxnId="{40248081-FB9F-460D-B413-0860A861096F}">
      <dgm:prSet/>
      <dgm:spPr/>
      <dgm:t>
        <a:bodyPr/>
        <a:lstStyle/>
        <a:p>
          <a:endParaRPr lang="en-US"/>
        </a:p>
      </dgm:t>
    </dgm:pt>
    <dgm:pt modelId="{610CCAFE-3A6C-4917-BA6B-9D71F4D1DB87}" type="sibTrans" cxnId="{40248081-FB9F-460D-B413-0860A861096F}">
      <dgm:prSet/>
      <dgm:spPr/>
      <dgm:t>
        <a:bodyPr/>
        <a:lstStyle/>
        <a:p>
          <a:endParaRPr lang="en-US"/>
        </a:p>
      </dgm:t>
    </dgm:pt>
    <dgm:pt modelId="{7E8F95F1-B422-40C5-8B1D-C194CD034F5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Backlog Refinement &amp; Prioritization</a:t>
          </a:r>
        </a:p>
      </dgm:t>
    </dgm:pt>
    <dgm:pt modelId="{BD2C36AB-8A0A-49DB-9E9C-6C80EEEBEF00}" type="parTrans" cxnId="{4721808B-A5F7-42C4-A4AE-04B91453548A}">
      <dgm:prSet/>
      <dgm:spPr/>
      <dgm:t>
        <a:bodyPr/>
        <a:lstStyle/>
        <a:p>
          <a:endParaRPr lang="en-US"/>
        </a:p>
      </dgm:t>
    </dgm:pt>
    <dgm:pt modelId="{F4E38866-B1C2-4E68-9D76-2224A9E3C2C2}" type="sibTrans" cxnId="{4721808B-A5F7-42C4-A4AE-04B91453548A}">
      <dgm:prSet/>
      <dgm:spPr/>
      <dgm:t>
        <a:bodyPr/>
        <a:lstStyle/>
        <a:p>
          <a:endParaRPr lang="en-US"/>
        </a:p>
      </dgm:t>
    </dgm:pt>
    <dgm:pt modelId="{9B5E297D-9BD0-492F-82F0-58E6D162760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Team clarifies, estimates, and sorts stories by value.</a:t>
          </a:r>
        </a:p>
      </dgm:t>
    </dgm:pt>
    <dgm:pt modelId="{512A427E-90A6-47D3-9AD9-7501801DAE6E}" type="parTrans" cxnId="{D6488061-A0AB-4C35-82FC-E9AEB62C6CDC}">
      <dgm:prSet/>
      <dgm:spPr/>
      <dgm:t>
        <a:bodyPr/>
        <a:lstStyle/>
        <a:p>
          <a:endParaRPr lang="en-US"/>
        </a:p>
      </dgm:t>
    </dgm:pt>
    <dgm:pt modelId="{0E32D33E-5F58-457C-8C86-3DA12A506A37}" type="sibTrans" cxnId="{D6488061-A0AB-4C35-82FC-E9AEB62C6CDC}">
      <dgm:prSet/>
      <dgm:spPr/>
      <dgm:t>
        <a:bodyPr/>
        <a:lstStyle/>
        <a:p>
          <a:endParaRPr lang="en-US"/>
        </a:p>
      </dgm:t>
    </dgm:pt>
    <dgm:pt modelId="{54C1019B-62DA-4108-9717-DA078F808DD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Sprint Planning</a:t>
          </a:r>
        </a:p>
      </dgm:t>
    </dgm:pt>
    <dgm:pt modelId="{C2A2BEC0-C10D-459C-B6CE-E9349C2B8739}" type="parTrans" cxnId="{4C3BB5D1-266F-4D6E-BAD4-9EA095B60FBB}">
      <dgm:prSet/>
      <dgm:spPr/>
      <dgm:t>
        <a:bodyPr/>
        <a:lstStyle/>
        <a:p>
          <a:endParaRPr lang="en-US"/>
        </a:p>
      </dgm:t>
    </dgm:pt>
    <dgm:pt modelId="{EFCB9081-FED1-467E-8989-055B017567D4}" type="sibTrans" cxnId="{4C3BB5D1-266F-4D6E-BAD4-9EA095B60FBB}">
      <dgm:prSet/>
      <dgm:spPr/>
      <dgm:t>
        <a:bodyPr/>
        <a:lstStyle/>
        <a:p>
          <a:endParaRPr lang="en-US"/>
        </a:p>
      </dgm:t>
    </dgm:pt>
    <dgm:pt modelId="{1AD1442B-16EB-413E-A310-C5F19F84970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Team selects and commits to specific stories/tasks for the sprint.</a:t>
          </a:r>
        </a:p>
      </dgm:t>
    </dgm:pt>
    <dgm:pt modelId="{BDC57D2D-A903-41CF-A1B4-7806CEC4B09C}" type="parTrans" cxnId="{5B1DC11D-FDB3-48FC-9160-FDAB0FD95156}">
      <dgm:prSet/>
      <dgm:spPr/>
      <dgm:t>
        <a:bodyPr/>
        <a:lstStyle/>
        <a:p>
          <a:endParaRPr lang="en-US"/>
        </a:p>
      </dgm:t>
    </dgm:pt>
    <dgm:pt modelId="{F9B26D9C-B18D-4E3F-A7C3-CA239F06C26B}" type="sibTrans" cxnId="{5B1DC11D-FDB3-48FC-9160-FDAB0FD95156}">
      <dgm:prSet/>
      <dgm:spPr/>
      <dgm:t>
        <a:bodyPr/>
        <a:lstStyle/>
        <a:p>
          <a:endParaRPr lang="en-US"/>
        </a:p>
      </dgm:t>
    </dgm:pt>
    <dgm:pt modelId="{7BBA9792-A574-4D26-B2B3-5FB33B4F7AA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Design &amp; Development</a:t>
          </a:r>
        </a:p>
      </dgm:t>
    </dgm:pt>
    <dgm:pt modelId="{C1C60FAC-9FC2-42B4-9312-10435E2639C6}" type="parTrans" cxnId="{0616A542-D115-4A9B-84E9-16F50E0B3C02}">
      <dgm:prSet/>
      <dgm:spPr/>
      <dgm:t>
        <a:bodyPr/>
        <a:lstStyle/>
        <a:p>
          <a:endParaRPr lang="en-US"/>
        </a:p>
      </dgm:t>
    </dgm:pt>
    <dgm:pt modelId="{AA5F8BE9-1219-41E1-8A7D-0E10A64EBF38}" type="sibTrans" cxnId="{0616A542-D115-4A9B-84E9-16F50E0B3C02}">
      <dgm:prSet/>
      <dgm:spPr/>
      <dgm:t>
        <a:bodyPr/>
        <a:lstStyle/>
        <a:p>
          <a:endParaRPr lang="en-US"/>
        </a:p>
      </dgm:t>
    </dgm:pt>
    <dgm:pt modelId="{3246AF33-1450-4A85-BE59-5E898A28620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Collaborative design; build features incrementally in sprints.</a:t>
          </a:r>
        </a:p>
      </dgm:t>
    </dgm:pt>
    <dgm:pt modelId="{F889FEC3-10C0-4297-9E67-1F7605655C32}" type="parTrans" cxnId="{A989B974-618C-4E65-B380-7DE72F982E96}">
      <dgm:prSet/>
      <dgm:spPr/>
      <dgm:t>
        <a:bodyPr/>
        <a:lstStyle/>
        <a:p>
          <a:endParaRPr lang="en-US"/>
        </a:p>
      </dgm:t>
    </dgm:pt>
    <dgm:pt modelId="{EE44410A-BC4F-42A5-92A9-2FD9A4EF1C69}" type="sibTrans" cxnId="{A989B974-618C-4E65-B380-7DE72F982E96}">
      <dgm:prSet/>
      <dgm:spPr/>
      <dgm:t>
        <a:bodyPr/>
        <a:lstStyle/>
        <a:p>
          <a:endParaRPr lang="en-US"/>
        </a:p>
      </dgm:t>
    </dgm:pt>
    <dgm:pt modelId="{77FAC275-B204-4E1C-AF5A-CB5D599D5BE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Promotes teamwork, adaptability, and proactive planning.</a:t>
          </a:r>
        </a:p>
      </dgm:t>
    </dgm:pt>
    <dgm:pt modelId="{42791888-242D-47DF-9BA5-29BB785D3BD9}" type="parTrans" cxnId="{FA6704D2-C4A9-4330-B384-904F1A4F3439}">
      <dgm:prSet/>
      <dgm:spPr/>
      <dgm:t>
        <a:bodyPr/>
        <a:lstStyle/>
        <a:p>
          <a:endParaRPr lang="en-US"/>
        </a:p>
      </dgm:t>
    </dgm:pt>
    <dgm:pt modelId="{382DD227-71F9-4E31-8690-6EF463BD6975}" type="sibTrans" cxnId="{FA6704D2-C4A9-4330-B384-904F1A4F3439}">
      <dgm:prSet/>
      <dgm:spPr/>
      <dgm:t>
        <a:bodyPr/>
        <a:lstStyle/>
        <a:p>
          <a:endParaRPr lang="en-US"/>
        </a:p>
      </dgm:t>
    </dgm:pt>
    <dgm:pt modelId="{7F9CB31A-DAAB-4DE9-BDC9-87F4E11747F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A87C1550-3E47-4702-AE5C-728036856091}" type="parTrans" cxnId="{18F00AB2-DBB5-4974-AE5C-80CB4B9FB464}">
      <dgm:prSet/>
      <dgm:spPr/>
      <dgm:t>
        <a:bodyPr/>
        <a:lstStyle/>
        <a:p>
          <a:endParaRPr lang="en-US"/>
        </a:p>
      </dgm:t>
    </dgm:pt>
    <dgm:pt modelId="{B78E16F2-AB5E-4D53-8206-83ED4269591F}" type="sibTrans" cxnId="{18F00AB2-DBB5-4974-AE5C-80CB4B9FB464}">
      <dgm:prSet/>
      <dgm:spPr/>
      <dgm:t>
        <a:bodyPr/>
        <a:lstStyle/>
        <a:p>
          <a:endParaRPr lang="en-US"/>
        </a:p>
      </dgm:t>
    </dgm:pt>
    <dgm:pt modelId="{E21CCDA6-83D5-4A05-B61F-449BDD836E01}" type="pres">
      <dgm:prSet presAssocID="{E8D51084-71D9-4BA9-ACF9-0493A8C51F24}" presName="Name0" presStyleCnt="0">
        <dgm:presLayoutVars>
          <dgm:dir/>
          <dgm:animLvl val="lvl"/>
          <dgm:resizeHandles val="exact"/>
        </dgm:presLayoutVars>
      </dgm:prSet>
      <dgm:spPr/>
    </dgm:pt>
    <dgm:pt modelId="{DD4D94C5-4FD6-4132-8764-5EC7B3F227CA}" type="pres">
      <dgm:prSet presAssocID="{D8B331EB-0D86-4300-82AC-ABFE41D2F5B5}" presName="composite" presStyleCnt="0"/>
      <dgm:spPr/>
    </dgm:pt>
    <dgm:pt modelId="{BB88E49D-C6AB-4DB3-A744-C4D37CD07C09}" type="pres">
      <dgm:prSet presAssocID="{D8B331EB-0D86-4300-82AC-ABFE41D2F5B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077B2B4E-9E0A-435F-8472-8C77B010567F}" type="pres">
      <dgm:prSet presAssocID="{D8B331EB-0D86-4300-82AC-ABFE41D2F5B5}" presName="desTx" presStyleLbl="alignAccFollowNode1" presStyleIdx="0" presStyleCnt="2">
        <dgm:presLayoutVars>
          <dgm:bulletEnabled val="1"/>
        </dgm:presLayoutVars>
      </dgm:prSet>
      <dgm:spPr/>
    </dgm:pt>
    <dgm:pt modelId="{E7F639F9-DF39-4E77-B445-6333C7904DE0}" type="pres">
      <dgm:prSet presAssocID="{0CA2303E-5339-44F6-8157-E45822628DAE}" presName="space" presStyleCnt="0"/>
      <dgm:spPr/>
    </dgm:pt>
    <dgm:pt modelId="{5188A6B1-42B7-4AAF-AAE8-E3F35AC50292}" type="pres">
      <dgm:prSet presAssocID="{3EBD8A59-A0FF-4ED2-8C8B-63CCD0EE047D}" presName="composite" presStyleCnt="0"/>
      <dgm:spPr/>
    </dgm:pt>
    <dgm:pt modelId="{46260A4E-001A-492D-870D-E5D3F9171653}" type="pres">
      <dgm:prSet presAssocID="{3EBD8A59-A0FF-4ED2-8C8B-63CCD0EE047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2FD54C71-1D4D-4634-8609-C71D48BF942F}" type="pres">
      <dgm:prSet presAssocID="{3EBD8A59-A0FF-4ED2-8C8B-63CCD0EE047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A506901-6BB0-4756-BC7E-8AFFB296856D}" srcId="{E8D51084-71D9-4BA9-ACF9-0493A8C51F24}" destId="{D8B331EB-0D86-4300-82AC-ABFE41D2F5B5}" srcOrd="0" destOrd="0" parTransId="{7766F690-4E34-4A26-82EA-B604DA444741}" sibTransId="{0CA2303E-5339-44F6-8157-E45822628DAE}"/>
    <dgm:cxn modelId="{EC753F02-FEDA-40EC-BA71-FFBE770CC4B7}" type="presOf" srcId="{77FAC275-B204-4E1C-AF5A-CB5D599D5BE0}" destId="{2FD54C71-1D4D-4634-8609-C71D48BF942F}" srcOrd="0" destOrd="2" presId="urn:microsoft.com/office/officeart/2005/8/layout/hList1"/>
    <dgm:cxn modelId="{FBA7CA05-741D-4740-BBE4-868C81D92469}" type="presOf" srcId="{3EBD8A59-A0FF-4ED2-8C8B-63CCD0EE047D}" destId="{46260A4E-001A-492D-870D-E5D3F9171653}" srcOrd="0" destOrd="0" presId="urn:microsoft.com/office/officeart/2005/8/layout/hList1"/>
    <dgm:cxn modelId="{21B60510-1F02-485F-8359-856F72D53D24}" type="presOf" srcId="{7F9CB31A-DAAB-4DE9-BDC9-87F4E11747F4}" destId="{2FD54C71-1D4D-4634-8609-C71D48BF942F}" srcOrd="0" destOrd="1" presId="urn:microsoft.com/office/officeart/2005/8/layout/hList1"/>
    <dgm:cxn modelId="{3B84A81D-4A02-4206-B52F-A82471F530A4}" type="presOf" srcId="{6553B4B7-CA41-476C-8704-E6DE7D80CCDC}" destId="{2FD54C71-1D4D-4634-8609-C71D48BF942F}" srcOrd="0" destOrd="0" presId="urn:microsoft.com/office/officeart/2005/8/layout/hList1"/>
    <dgm:cxn modelId="{5B1DC11D-FDB3-48FC-9160-FDAB0FD95156}" srcId="{54C1019B-62DA-4108-9717-DA078F808DDC}" destId="{1AD1442B-16EB-413E-A310-C5F19F849701}" srcOrd="0" destOrd="0" parTransId="{BDC57D2D-A903-41CF-A1B4-7806CEC4B09C}" sibTransId="{F9B26D9C-B18D-4E3F-A7C3-CA239F06C26B}"/>
    <dgm:cxn modelId="{54E3EC1F-D598-4F5D-B342-A775E61BE646}" type="presOf" srcId="{D8B331EB-0D86-4300-82AC-ABFE41D2F5B5}" destId="{BB88E49D-C6AB-4DB3-A744-C4D37CD07C09}" srcOrd="0" destOrd="0" presId="urn:microsoft.com/office/officeart/2005/8/layout/hList1"/>
    <dgm:cxn modelId="{DF708E20-0609-4BF1-955A-C0B83657B6F2}" type="presOf" srcId="{9B5E297D-9BD0-492F-82F0-58E6D162760D}" destId="{077B2B4E-9E0A-435F-8472-8C77B010567F}" srcOrd="0" destOrd="4" presId="urn:microsoft.com/office/officeart/2005/8/layout/hList1"/>
    <dgm:cxn modelId="{C1FF3341-7A22-43FC-9DEB-272FEA793347}" type="presOf" srcId="{3246AF33-1450-4A85-BE59-5E898A286202}" destId="{077B2B4E-9E0A-435F-8472-8C77B010567F}" srcOrd="0" destOrd="8" presId="urn:microsoft.com/office/officeart/2005/8/layout/hList1"/>
    <dgm:cxn modelId="{D6488061-A0AB-4C35-82FC-E9AEB62C6CDC}" srcId="{7E8F95F1-B422-40C5-8B1D-C194CD034F50}" destId="{9B5E297D-9BD0-492F-82F0-58E6D162760D}" srcOrd="0" destOrd="0" parTransId="{512A427E-90A6-47D3-9AD9-7501801DAE6E}" sibTransId="{0E32D33E-5F58-457C-8C86-3DA12A506A37}"/>
    <dgm:cxn modelId="{0616A542-D115-4A9B-84E9-16F50E0B3C02}" srcId="{D8B331EB-0D86-4300-82AC-ABFE41D2F5B5}" destId="{7BBA9792-A574-4D26-B2B3-5FB33B4F7AA9}" srcOrd="3" destOrd="0" parTransId="{C1C60FAC-9FC2-42B4-9312-10435E2639C6}" sibTransId="{AA5F8BE9-1219-41E1-8A7D-0E10A64EBF38}"/>
    <dgm:cxn modelId="{21388C47-9462-4BDC-9D37-501532562CEF}" type="presOf" srcId="{1AD1442B-16EB-413E-A310-C5F19F849701}" destId="{077B2B4E-9E0A-435F-8472-8C77B010567F}" srcOrd="0" destOrd="6" presId="urn:microsoft.com/office/officeart/2005/8/layout/hList1"/>
    <dgm:cxn modelId="{228C7569-E706-4B28-8B95-531102EBFA9C}" srcId="{3EBD8A59-A0FF-4ED2-8C8B-63CCD0EE047D}" destId="{6553B4B7-CA41-476C-8704-E6DE7D80CCDC}" srcOrd="0" destOrd="0" parTransId="{21E3530A-7B55-4DA0-A555-4F5A17BF40D7}" sibTransId="{F31BCDAF-C9EE-4717-826B-747A84BC58B5}"/>
    <dgm:cxn modelId="{A989B974-618C-4E65-B380-7DE72F982E96}" srcId="{7BBA9792-A574-4D26-B2B3-5FB33B4F7AA9}" destId="{3246AF33-1450-4A85-BE59-5E898A286202}" srcOrd="0" destOrd="0" parTransId="{F889FEC3-10C0-4297-9E67-1F7605655C32}" sibTransId="{EE44410A-BC4F-42A5-92A9-2FD9A4EF1C69}"/>
    <dgm:cxn modelId="{40248081-FB9F-460D-B413-0860A861096F}" srcId="{79A18FCB-860B-4062-938B-DA9074B87AF3}" destId="{7131516C-171E-4C5A-9C61-FF2D750548A1}" srcOrd="1" destOrd="0" parTransId="{CA9E089A-EEFB-4C5A-A2D8-1315A24DAA01}" sibTransId="{610CCAFE-3A6C-4917-BA6B-9D71F4D1DB87}"/>
    <dgm:cxn modelId="{4721808B-A5F7-42C4-A4AE-04B91453548A}" srcId="{D8B331EB-0D86-4300-82AC-ABFE41D2F5B5}" destId="{7E8F95F1-B422-40C5-8B1D-C194CD034F50}" srcOrd="1" destOrd="0" parTransId="{BD2C36AB-8A0A-49DB-9E9C-6C80EEEBEF00}" sibTransId="{F4E38866-B1C2-4E68-9D76-2224A9E3C2C2}"/>
    <dgm:cxn modelId="{497D719C-E4AA-47B7-B631-F9D7324CFB8A}" type="presOf" srcId="{D3BC5E21-369C-4888-9D9E-9D54AD84FA59}" destId="{077B2B4E-9E0A-435F-8472-8C77B010567F}" srcOrd="0" destOrd="1" presId="urn:microsoft.com/office/officeart/2005/8/layout/hList1"/>
    <dgm:cxn modelId="{65EB149D-A4B7-4682-B1A1-F910A41E7B71}" srcId="{D8B331EB-0D86-4300-82AC-ABFE41D2F5B5}" destId="{79A18FCB-860B-4062-938B-DA9074B87AF3}" srcOrd="0" destOrd="0" parTransId="{F7B1294E-2CA7-46CA-A0E4-17966121827D}" sibTransId="{19A96B18-51AD-4255-B091-1A7CE58E6B6A}"/>
    <dgm:cxn modelId="{128016A3-3285-42E1-BCE6-972291507E52}" srcId="{79A18FCB-860B-4062-938B-DA9074B87AF3}" destId="{D3BC5E21-369C-4888-9D9E-9D54AD84FA59}" srcOrd="0" destOrd="0" parTransId="{9A46B6E4-0ECF-44C4-9B39-FE63D392C07E}" sibTransId="{305FDD6E-409D-480C-A9DD-7354B3436258}"/>
    <dgm:cxn modelId="{18F00AB2-DBB5-4974-AE5C-80CB4B9FB464}" srcId="{3EBD8A59-A0FF-4ED2-8C8B-63CCD0EE047D}" destId="{7F9CB31A-DAAB-4DE9-BDC9-87F4E11747F4}" srcOrd="1" destOrd="0" parTransId="{A87C1550-3E47-4702-AE5C-728036856091}" sibTransId="{B78E16F2-AB5E-4D53-8206-83ED4269591F}"/>
    <dgm:cxn modelId="{374D48B2-3B71-4C98-AEEB-F74682A555E7}" srcId="{E8D51084-71D9-4BA9-ACF9-0493A8C51F24}" destId="{3EBD8A59-A0FF-4ED2-8C8B-63CCD0EE047D}" srcOrd="1" destOrd="0" parTransId="{B85A7CE1-385C-4BFC-867C-31226765E396}" sibTransId="{AFA697F5-6170-4597-992D-9AD73360D1AA}"/>
    <dgm:cxn modelId="{6DCE54B8-D410-43D6-83D7-300D039908BE}" type="presOf" srcId="{79A18FCB-860B-4062-938B-DA9074B87AF3}" destId="{077B2B4E-9E0A-435F-8472-8C77B010567F}" srcOrd="0" destOrd="0" presId="urn:microsoft.com/office/officeart/2005/8/layout/hList1"/>
    <dgm:cxn modelId="{C623C3B9-D892-4257-B6DF-F04BFE4B6657}" type="presOf" srcId="{7131516C-171E-4C5A-9C61-FF2D750548A1}" destId="{077B2B4E-9E0A-435F-8472-8C77B010567F}" srcOrd="0" destOrd="2" presId="urn:microsoft.com/office/officeart/2005/8/layout/hList1"/>
    <dgm:cxn modelId="{C1B3EFC1-E92B-4545-80A1-D8347F97BE19}" type="presOf" srcId="{E8D51084-71D9-4BA9-ACF9-0493A8C51F24}" destId="{E21CCDA6-83D5-4A05-B61F-449BDD836E01}" srcOrd="0" destOrd="0" presId="urn:microsoft.com/office/officeart/2005/8/layout/hList1"/>
    <dgm:cxn modelId="{C8DD69CA-CB5E-4C02-9FCF-BE50EF3EF68E}" type="presOf" srcId="{7BBA9792-A574-4D26-B2B3-5FB33B4F7AA9}" destId="{077B2B4E-9E0A-435F-8472-8C77B010567F}" srcOrd="0" destOrd="7" presId="urn:microsoft.com/office/officeart/2005/8/layout/hList1"/>
    <dgm:cxn modelId="{4C3BB5D1-266F-4D6E-BAD4-9EA095B60FBB}" srcId="{D8B331EB-0D86-4300-82AC-ABFE41D2F5B5}" destId="{54C1019B-62DA-4108-9717-DA078F808DDC}" srcOrd="2" destOrd="0" parTransId="{C2A2BEC0-C10D-459C-B6CE-E9349C2B8739}" sibTransId="{EFCB9081-FED1-467E-8989-055B017567D4}"/>
    <dgm:cxn modelId="{FA6704D2-C4A9-4330-B384-904F1A4F3439}" srcId="{3EBD8A59-A0FF-4ED2-8C8B-63CCD0EE047D}" destId="{77FAC275-B204-4E1C-AF5A-CB5D599D5BE0}" srcOrd="2" destOrd="0" parTransId="{42791888-242D-47DF-9BA5-29BB785D3BD9}" sibTransId="{382DD227-71F9-4E31-8690-6EF463BD6975}"/>
    <dgm:cxn modelId="{D38906ED-6EA9-4DAE-90B9-B505CE038DAD}" type="presOf" srcId="{54C1019B-62DA-4108-9717-DA078F808DDC}" destId="{077B2B4E-9E0A-435F-8472-8C77B010567F}" srcOrd="0" destOrd="5" presId="urn:microsoft.com/office/officeart/2005/8/layout/hList1"/>
    <dgm:cxn modelId="{CD1744F2-9AEF-48A8-A5EE-640DA839D129}" type="presOf" srcId="{7E8F95F1-B422-40C5-8B1D-C194CD034F50}" destId="{077B2B4E-9E0A-435F-8472-8C77B010567F}" srcOrd="0" destOrd="3" presId="urn:microsoft.com/office/officeart/2005/8/layout/hList1"/>
    <dgm:cxn modelId="{3D68D3E6-E615-4ECB-8EA6-8DF45595A624}" type="presParOf" srcId="{E21CCDA6-83D5-4A05-B61F-449BDD836E01}" destId="{DD4D94C5-4FD6-4132-8764-5EC7B3F227CA}" srcOrd="0" destOrd="0" presId="urn:microsoft.com/office/officeart/2005/8/layout/hList1"/>
    <dgm:cxn modelId="{9FC4E191-2676-4B97-B3C4-D208B765DFC7}" type="presParOf" srcId="{DD4D94C5-4FD6-4132-8764-5EC7B3F227CA}" destId="{BB88E49D-C6AB-4DB3-A744-C4D37CD07C09}" srcOrd="0" destOrd="0" presId="urn:microsoft.com/office/officeart/2005/8/layout/hList1"/>
    <dgm:cxn modelId="{8437E801-7F10-45C8-956B-432729201584}" type="presParOf" srcId="{DD4D94C5-4FD6-4132-8764-5EC7B3F227CA}" destId="{077B2B4E-9E0A-435F-8472-8C77B010567F}" srcOrd="1" destOrd="0" presId="urn:microsoft.com/office/officeart/2005/8/layout/hList1"/>
    <dgm:cxn modelId="{84AF1A9B-3043-4D72-AB92-BD9AAF00A741}" type="presParOf" srcId="{E21CCDA6-83D5-4A05-B61F-449BDD836E01}" destId="{E7F639F9-DF39-4E77-B445-6333C7904DE0}" srcOrd="1" destOrd="0" presId="urn:microsoft.com/office/officeart/2005/8/layout/hList1"/>
    <dgm:cxn modelId="{A6B53571-C1EE-48BF-9A70-322D9DE42735}" type="presParOf" srcId="{E21CCDA6-83D5-4A05-B61F-449BDD836E01}" destId="{5188A6B1-42B7-4AAF-AAE8-E3F35AC50292}" srcOrd="2" destOrd="0" presId="urn:microsoft.com/office/officeart/2005/8/layout/hList1"/>
    <dgm:cxn modelId="{46274BE6-C24B-43AD-8BB4-94E9077BEADC}" type="presParOf" srcId="{5188A6B1-42B7-4AAF-AAE8-E3F35AC50292}" destId="{46260A4E-001A-492D-870D-E5D3F9171653}" srcOrd="0" destOrd="0" presId="urn:microsoft.com/office/officeart/2005/8/layout/hList1"/>
    <dgm:cxn modelId="{BF90C558-93A1-43BA-A1DE-92143CF138C2}" type="presParOf" srcId="{5188A6B1-42B7-4AAF-AAE8-E3F35AC50292}" destId="{2FD54C71-1D4D-4634-8609-C71D48BF942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D51084-71D9-4BA9-ACF9-0493A8C51F24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8B331EB-0D86-4300-82AC-ABFE41D2F5B5}">
      <dgm:prSet/>
      <dgm:spPr/>
      <dgm:t>
        <a:bodyPr/>
        <a:lstStyle/>
        <a:p>
          <a:r>
            <a:rPr lang="en-US" b="1" i="0" dirty="0"/>
            <a:t>Agile SDLC—Phases II (Testing to Deployment &amp; Review)</a:t>
          </a:r>
          <a:endParaRPr lang="en-US" b="1" dirty="0"/>
        </a:p>
      </dgm:t>
    </dgm:pt>
    <dgm:pt modelId="{7766F690-4E34-4A26-82EA-B604DA444741}" type="parTrans" cxnId="{DA506901-6BB0-4756-BC7E-8AFFB296856D}">
      <dgm:prSet/>
      <dgm:spPr/>
      <dgm:t>
        <a:bodyPr/>
        <a:lstStyle/>
        <a:p>
          <a:endParaRPr lang="en-US"/>
        </a:p>
      </dgm:t>
    </dgm:pt>
    <dgm:pt modelId="{0CA2303E-5339-44F6-8157-E45822628DAE}" type="sibTrans" cxnId="{DA506901-6BB0-4756-BC7E-8AFFB296856D}">
      <dgm:prSet/>
      <dgm:spPr/>
      <dgm:t>
        <a:bodyPr/>
        <a:lstStyle/>
        <a:p>
          <a:endParaRPr lang="en-US"/>
        </a:p>
      </dgm:t>
    </dgm:pt>
    <dgm:pt modelId="{79A18FCB-860B-4062-938B-DA9074B87AF3}">
      <dgm:prSet/>
      <dgm:spPr/>
      <dgm:t>
        <a:bodyPr/>
        <a:lstStyle/>
        <a:p>
          <a:r>
            <a:rPr lang="en-US" b="0" i="0" dirty="0"/>
            <a:t>Phases:</a:t>
          </a:r>
          <a:endParaRPr lang="en-US" dirty="0"/>
        </a:p>
      </dgm:t>
    </dgm:pt>
    <dgm:pt modelId="{F7B1294E-2CA7-46CA-A0E4-17966121827D}" type="parTrans" cxnId="{65EB149D-A4B7-4682-B1A1-F910A41E7B71}">
      <dgm:prSet/>
      <dgm:spPr/>
      <dgm:t>
        <a:bodyPr/>
        <a:lstStyle/>
        <a:p>
          <a:endParaRPr lang="en-US"/>
        </a:p>
      </dgm:t>
    </dgm:pt>
    <dgm:pt modelId="{19A96B18-51AD-4255-B091-1A7CE58E6B6A}" type="sibTrans" cxnId="{65EB149D-A4B7-4682-B1A1-F910A41E7B71}">
      <dgm:prSet/>
      <dgm:spPr/>
      <dgm:t>
        <a:bodyPr/>
        <a:lstStyle/>
        <a:p>
          <a:endParaRPr lang="en-US"/>
        </a:p>
      </dgm:t>
    </dgm:pt>
    <dgm:pt modelId="{3EBD8A59-A0FF-4ED2-8C8B-63CCD0EE047D}">
      <dgm:prSet/>
      <dgm:spPr/>
      <dgm:t>
        <a:bodyPr/>
        <a:lstStyle/>
        <a:p>
          <a:r>
            <a:rPr lang="en-US" b="1" i="0" dirty="0"/>
            <a:t>Why  It’s Important</a:t>
          </a:r>
          <a:endParaRPr lang="en-US" b="1" dirty="0"/>
        </a:p>
      </dgm:t>
    </dgm:pt>
    <dgm:pt modelId="{B85A7CE1-385C-4BFC-867C-31226765E396}" type="parTrans" cxnId="{374D48B2-3B71-4C98-AEEB-F74682A555E7}">
      <dgm:prSet/>
      <dgm:spPr/>
      <dgm:t>
        <a:bodyPr/>
        <a:lstStyle/>
        <a:p>
          <a:endParaRPr lang="en-US"/>
        </a:p>
      </dgm:t>
    </dgm:pt>
    <dgm:pt modelId="{AFA697F5-6170-4597-992D-9AD73360D1AA}" type="sibTrans" cxnId="{374D48B2-3B71-4C98-AEEB-F74682A555E7}">
      <dgm:prSet/>
      <dgm:spPr/>
      <dgm:t>
        <a:bodyPr/>
        <a:lstStyle/>
        <a:p>
          <a:endParaRPr lang="en-US"/>
        </a:p>
      </dgm:t>
    </dgm:pt>
    <dgm:pt modelId="{114E8943-CAB2-4499-8549-473A9976886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Continuous Integration &amp; Testing</a:t>
          </a:r>
        </a:p>
      </dgm:t>
    </dgm:pt>
    <dgm:pt modelId="{44CEACD6-3DA9-4E83-86B7-A8204B6B63F0}" type="parTrans" cxnId="{249BF592-135A-44EB-8F6A-108EC5D33A2C}">
      <dgm:prSet/>
      <dgm:spPr/>
      <dgm:t>
        <a:bodyPr/>
        <a:lstStyle/>
        <a:p>
          <a:endParaRPr lang="en-US"/>
        </a:p>
      </dgm:t>
    </dgm:pt>
    <dgm:pt modelId="{E6590D65-96DC-4510-BB91-B4ECBF02AB81}" type="sibTrans" cxnId="{249BF592-135A-44EB-8F6A-108EC5D33A2C}">
      <dgm:prSet/>
      <dgm:spPr/>
      <dgm:t>
        <a:bodyPr/>
        <a:lstStyle/>
        <a:p>
          <a:endParaRPr lang="en-US"/>
        </a:p>
      </dgm:t>
    </dgm:pt>
    <dgm:pt modelId="{75374895-655A-4538-8577-5BB80CD92A0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QA is embedded; bugs fixed as soon as found—no waiting until the end.</a:t>
          </a:r>
        </a:p>
      </dgm:t>
    </dgm:pt>
    <dgm:pt modelId="{C22E5CD2-7CD1-43BB-8413-B6DA4B49587B}" type="parTrans" cxnId="{1C16E8F7-AC04-414B-9C26-6CD89F161F93}">
      <dgm:prSet/>
      <dgm:spPr/>
      <dgm:t>
        <a:bodyPr/>
        <a:lstStyle/>
        <a:p>
          <a:endParaRPr lang="en-US"/>
        </a:p>
      </dgm:t>
    </dgm:pt>
    <dgm:pt modelId="{DAF00E2F-257B-41E0-83C3-D06868326573}" type="sibTrans" cxnId="{1C16E8F7-AC04-414B-9C26-6CD89F161F93}">
      <dgm:prSet/>
      <dgm:spPr/>
      <dgm:t>
        <a:bodyPr/>
        <a:lstStyle/>
        <a:p>
          <a:endParaRPr lang="en-US"/>
        </a:p>
      </dgm:t>
    </dgm:pt>
    <dgm:pt modelId="{60057757-8582-437D-92C9-7E8C85B048B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Sprint Review &amp; Demo</a:t>
          </a:r>
        </a:p>
      </dgm:t>
    </dgm:pt>
    <dgm:pt modelId="{9EDEF109-C5FF-4460-9760-0B0EBA57FF4F}" type="parTrans" cxnId="{FE6BF536-6A2C-4FA4-9EA0-BE5F1ED94B75}">
      <dgm:prSet/>
      <dgm:spPr/>
      <dgm:t>
        <a:bodyPr/>
        <a:lstStyle/>
        <a:p>
          <a:endParaRPr lang="en-US"/>
        </a:p>
      </dgm:t>
    </dgm:pt>
    <dgm:pt modelId="{6079833C-2A2B-4587-AEE8-09F383A6F077}" type="sibTrans" cxnId="{FE6BF536-6A2C-4FA4-9EA0-BE5F1ED94B75}">
      <dgm:prSet/>
      <dgm:spPr/>
      <dgm:t>
        <a:bodyPr/>
        <a:lstStyle/>
        <a:p>
          <a:endParaRPr lang="en-US"/>
        </a:p>
      </dgm:t>
    </dgm:pt>
    <dgm:pt modelId="{6237E77F-0BF9-4F65-BB2C-545B1012B56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Completed features are shown to stakeholders for immediate feedback.</a:t>
          </a:r>
        </a:p>
      </dgm:t>
    </dgm:pt>
    <dgm:pt modelId="{4FF8EF28-DCBD-4847-B207-3F4D5AF407D4}" type="parTrans" cxnId="{DFD43C44-EC3D-41B2-94ED-03E5EEBB718D}">
      <dgm:prSet/>
      <dgm:spPr/>
      <dgm:t>
        <a:bodyPr/>
        <a:lstStyle/>
        <a:p>
          <a:endParaRPr lang="en-US"/>
        </a:p>
      </dgm:t>
    </dgm:pt>
    <dgm:pt modelId="{CAF49703-BDC3-4670-9A86-43F7CE9F8299}" type="sibTrans" cxnId="{DFD43C44-EC3D-41B2-94ED-03E5EEBB718D}">
      <dgm:prSet/>
      <dgm:spPr/>
      <dgm:t>
        <a:bodyPr/>
        <a:lstStyle/>
        <a:p>
          <a:endParaRPr lang="en-US"/>
        </a:p>
      </dgm:t>
    </dgm:pt>
    <dgm:pt modelId="{B74A59E7-5F6B-43CB-8D10-8F7048DB81A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Sprint Retrospective</a:t>
          </a:r>
        </a:p>
      </dgm:t>
    </dgm:pt>
    <dgm:pt modelId="{F7BD490A-503D-41FE-ACEF-0510480E4F6B}" type="parTrans" cxnId="{4D6753AF-415D-462E-BFEA-C05DDDC9C21F}">
      <dgm:prSet/>
      <dgm:spPr/>
      <dgm:t>
        <a:bodyPr/>
        <a:lstStyle/>
        <a:p>
          <a:endParaRPr lang="en-US"/>
        </a:p>
      </dgm:t>
    </dgm:pt>
    <dgm:pt modelId="{641B6355-F2EA-4EE1-B072-BEA89BB3136C}" type="sibTrans" cxnId="{4D6753AF-415D-462E-BFEA-C05DDDC9C21F}">
      <dgm:prSet/>
      <dgm:spPr/>
      <dgm:t>
        <a:bodyPr/>
        <a:lstStyle/>
        <a:p>
          <a:endParaRPr lang="en-US"/>
        </a:p>
      </dgm:t>
    </dgm:pt>
    <dgm:pt modelId="{7A8D0F7C-46C0-4746-BCE0-5B582A7611F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Team reviews what worked and what can improve; action steps set for next sprint.</a:t>
          </a:r>
        </a:p>
      </dgm:t>
    </dgm:pt>
    <dgm:pt modelId="{CE7409FC-93B4-4C8B-8C00-37AE953D0DD7}" type="parTrans" cxnId="{498D58F4-81B0-4D7C-BB4E-9273CDAFBC26}">
      <dgm:prSet/>
      <dgm:spPr/>
      <dgm:t>
        <a:bodyPr/>
        <a:lstStyle/>
        <a:p>
          <a:endParaRPr lang="en-US"/>
        </a:p>
      </dgm:t>
    </dgm:pt>
    <dgm:pt modelId="{CCE05B52-2EB3-41BB-A0BA-70F589134866}" type="sibTrans" cxnId="{498D58F4-81B0-4D7C-BB4E-9273CDAFBC26}">
      <dgm:prSet/>
      <dgm:spPr/>
      <dgm:t>
        <a:bodyPr/>
        <a:lstStyle/>
        <a:p>
          <a:endParaRPr lang="en-US"/>
        </a:p>
      </dgm:t>
    </dgm:pt>
    <dgm:pt modelId="{78FCEE34-9A89-4E94-AC53-238AF6EBFA6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Deployment/Release</a:t>
          </a:r>
        </a:p>
      </dgm:t>
    </dgm:pt>
    <dgm:pt modelId="{BDC8F49E-F262-49C8-9FAD-84A32A0C02BF}" type="parTrans" cxnId="{B4E263B2-E4A8-4303-B18B-41F69B4732E8}">
      <dgm:prSet/>
      <dgm:spPr/>
      <dgm:t>
        <a:bodyPr/>
        <a:lstStyle/>
        <a:p>
          <a:endParaRPr lang="en-US"/>
        </a:p>
      </dgm:t>
    </dgm:pt>
    <dgm:pt modelId="{973687BB-E49B-4C63-B4A0-D47B86FE15B6}" type="sibTrans" cxnId="{B4E263B2-E4A8-4303-B18B-41F69B4732E8}">
      <dgm:prSet/>
      <dgm:spPr/>
      <dgm:t>
        <a:bodyPr/>
        <a:lstStyle/>
        <a:p>
          <a:endParaRPr lang="en-US"/>
        </a:p>
      </dgm:t>
    </dgm:pt>
    <dgm:pt modelId="{7BF6FB97-BB65-47D1-BB47-04B7EFDB311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Working increments delivered regularly; fast value and easier corrections.</a:t>
          </a:r>
        </a:p>
      </dgm:t>
    </dgm:pt>
    <dgm:pt modelId="{850DB029-0D1B-4E2F-8E1A-7FD5172BBC8D}" type="parTrans" cxnId="{4FFA0A8F-3C01-4CC7-9FA5-A85B2FA20835}">
      <dgm:prSet/>
      <dgm:spPr/>
      <dgm:t>
        <a:bodyPr/>
        <a:lstStyle/>
        <a:p>
          <a:endParaRPr lang="en-US"/>
        </a:p>
      </dgm:t>
    </dgm:pt>
    <dgm:pt modelId="{E64FDCAD-44DE-4141-A312-10FE7C35490F}" type="sibTrans" cxnId="{4FFA0A8F-3C01-4CC7-9FA5-A85B2FA20835}">
      <dgm:prSet/>
      <dgm:spPr/>
      <dgm:t>
        <a:bodyPr/>
        <a:lstStyle/>
        <a:p>
          <a:endParaRPr lang="en-US"/>
        </a:p>
      </dgm:t>
    </dgm:pt>
    <dgm:pt modelId="{5CD5C951-555A-4C3E-94CB-D3015E07AFB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Ongoing Collaboration</a:t>
          </a:r>
        </a:p>
      </dgm:t>
    </dgm:pt>
    <dgm:pt modelId="{9FBC7BC0-897B-4252-82A6-76D643EE491A}" type="parTrans" cxnId="{BAEE092F-FA3F-4789-93D7-3C574BF1D599}">
      <dgm:prSet/>
      <dgm:spPr/>
      <dgm:t>
        <a:bodyPr/>
        <a:lstStyle/>
        <a:p>
          <a:endParaRPr lang="en-US"/>
        </a:p>
      </dgm:t>
    </dgm:pt>
    <dgm:pt modelId="{1D10D762-056C-4281-9F57-1A330AEA24FE}" type="sibTrans" cxnId="{BAEE092F-FA3F-4789-93D7-3C574BF1D599}">
      <dgm:prSet/>
      <dgm:spPr/>
      <dgm:t>
        <a:bodyPr/>
        <a:lstStyle/>
        <a:p>
          <a:endParaRPr lang="en-US"/>
        </a:p>
      </dgm:t>
    </dgm:pt>
    <dgm:pt modelId="{6553B4B7-CA41-476C-8704-E6DE7D80CCD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Quality is built-in, not an afterthought.</a:t>
          </a:r>
          <a:endParaRPr lang="en-US" b="1" dirty="0"/>
        </a:p>
      </dgm:t>
    </dgm:pt>
    <dgm:pt modelId="{21E3530A-7B55-4DA0-A555-4F5A17BF40D7}" type="parTrans" cxnId="{228C7569-E706-4B28-8B95-531102EBFA9C}">
      <dgm:prSet/>
      <dgm:spPr/>
    </dgm:pt>
    <dgm:pt modelId="{F31BCDAF-C9EE-4717-826B-747A84BC58B5}" type="sibTrans" cxnId="{228C7569-E706-4B28-8B95-531102EBFA9C}">
      <dgm:prSet/>
      <dgm:spPr/>
    </dgm:pt>
    <dgm:pt modelId="{88DBD10F-0327-4A12-A0BB-5FA2AEB7E9E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Frequent feedback loops drive higher product relevance and team learning.</a:t>
          </a:r>
        </a:p>
      </dgm:t>
    </dgm:pt>
    <dgm:pt modelId="{9133B149-E1FD-43FA-80C8-E80A99C4DE0B}" type="parTrans" cxnId="{A57DD241-7746-47B2-B00C-491F07958A73}">
      <dgm:prSet/>
      <dgm:spPr/>
      <dgm:t>
        <a:bodyPr/>
        <a:lstStyle/>
        <a:p>
          <a:endParaRPr lang="en-US"/>
        </a:p>
      </dgm:t>
    </dgm:pt>
    <dgm:pt modelId="{7C212879-A1F0-4966-8622-26BE14D3ADD7}" type="sibTrans" cxnId="{A57DD241-7746-47B2-B00C-491F07958A73}">
      <dgm:prSet/>
      <dgm:spPr/>
      <dgm:t>
        <a:bodyPr/>
        <a:lstStyle/>
        <a:p>
          <a:endParaRPr lang="en-US"/>
        </a:p>
      </dgm:t>
    </dgm:pt>
    <dgm:pt modelId="{06855FCC-2E47-4DC6-AA7A-69E47650FBC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Stakeholder and team input welcomed at every step.</a:t>
          </a:r>
          <a:endParaRPr lang="en-US" b="1" i="0" dirty="0"/>
        </a:p>
      </dgm:t>
    </dgm:pt>
    <dgm:pt modelId="{945A2433-7F1C-44F7-AA94-50C2D4EC31AD}" type="parTrans" cxnId="{807A4966-BB74-44F9-8197-7855671262B6}">
      <dgm:prSet/>
      <dgm:spPr/>
    </dgm:pt>
    <dgm:pt modelId="{DE8F5BAA-7AEC-4445-9AD5-3C8CA1155738}" type="sibTrans" cxnId="{807A4966-BB74-44F9-8197-7855671262B6}">
      <dgm:prSet/>
      <dgm:spPr/>
    </dgm:pt>
    <dgm:pt modelId="{00E84F36-B202-4521-AC41-EE088AE5C5DA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93B22349-ABA4-4EFE-88C7-50587C53EF51}" type="parTrans" cxnId="{B56D156D-90C6-44CD-8347-29807FFB0205}">
      <dgm:prSet/>
      <dgm:spPr/>
      <dgm:t>
        <a:bodyPr/>
        <a:lstStyle/>
        <a:p>
          <a:endParaRPr lang="en-US"/>
        </a:p>
      </dgm:t>
    </dgm:pt>
    <dgm:pt modelId="{61516A1A-362F-4312-9D43-3AA255A4CDB2}" type="sibTrans" cxnId="{B56D156D-90C6-44CD-8347-29807FFB0205}">
      <dgm:prSet/>
      <dgm:spPr/>
      <dgm:t>
        <a:bodyPr/>
        <a:lstStyle/>
        <a:p>
          <a:endParaRPr lang="en-US"/>
        </a:p>
      </dgm:t>
    </dgm:pt>
    <dgm:pt modelId="{53B44C21-4917-4741-AEFE-286325FB45F5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b="1" dirty="0"/>
        </a:p>
      </dgm:t>
    </dgm:pt>
    <dgm:pt modelId="{14F9C69D-FD4F-4D38-BBD5-FF0FBC1148C6}" type="parTrans" cxnId="{3C86B3E2-99E1-42FC-96FF-08E3486D45CB}">
      <dgm:prSet/>
      <dgm:spPr/>
    </dgm:pt>
    <dgm:pt modelId="{6E916ACE-106F-47FF-828A-7864032EF420}" type="sibTrans" cxnId="{3C86B3E2-99E1-42FC-96FF-08E3486D45CB}">
      <dgm:prSet/>
      <dgm:spPr/>
    </dgm:pt>
    <dgm:pt modelId="{E21CCDA6-83D5-4A05-B61F-449BDD836E01}" type="pres">
      <dgm:prSet presAssocID="{E8D51084-71D9-4BA9-ACF9-0493A8C51F24}" presName="Name0" presStyleCnt="0">
        <dgm:presLayoutVars>
          <dgm:dir/>
          <dgm:animLvl val="lvl"/>
          <dgm:resizeHandles val="exact"/>
        </dgm:presLayoutVars>
      </dgm:prSet>
      <dgm:spPr/>
    </dgm:pt>
    <dgm:pt modelId="{DD4D94C5-4FD6-4132-8764-5EC7B3F227CA}" type="pres">
      <dgm:prSet presAssocID="{D8B331EB-0D86-4300-82AC-ABFE41D2F5B5}" presName="composite" presStyleCnt="0"/>
      <dgm:spPr/>
    </dgm:pt>
    <dgm:pt modelId="{BB88E49D-C6AB-4DB3-A744-C4D37CD07C09}" type="pres">
      <dgm:prSet presAssocID="{D8B331EB-0D86-4300-82AC-ABFE41D2F5B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077B2B4E-9E0A-435F-8472-8C77B010567F}" type="pres">
      <dgm:prSet presAssocID="{D8B331EB-0D86-4300-82AC-ABFE41D2F5B5}" presName="desTx" presStyleLbl="alignAccFollowNode1" presStyleIdx="0" presStyleCnt="2">
        <dgm:presLayoutVars>
          <dgm:bulletEnabled val="1"/>
        </dgm:presLayoutVars>
      </dgm:prSet>
      <dgm:spPr/>
    </dgm:pt>
    <dgm:pt modelId="{E7F639F9-DF39-4E77-B445-6333C7904DE0}" type="pres">
      <dgm:prSet presAssocID="{0CA2303E-5339-44F6-8157-E45822628DAE}" presName="space" presStyleCnt="0"/>
      <dgm:spPr/>
    </dgm:pt>
    <dgm:pt modelId="{5188A6B1-42B7-4AAF-AAE8-E3F35AC50292}" type="pres">
      <dgm:prSet presAssocID="{3EBD8A59-A0FF-4ED2-8C8B-63CCD0EE047D}" presName="composite" presStyleCnt="0"/>
      <dgm:spPr/>
    </dgm:pt>
    <dgm:pt modelId="{46260A4E-001A-492D-870D-E5D3F9171653}" type="pres">
      <dgm:prSet presAssocID="{3EBD8A59-A0FF-4ED2-8C8B-63CCD0EE047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2FD54C71-1D4D-4634-8609-C71D48BF942F}" type="pres">
      <dgm:prSet presAssocID="{3EBD8A59-A0FF-4ED2-8C8B-63CCD0EE047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A506901-6BB0-4756-BC7E-8AFFB296856D}" srcId="{E8D51084-71D9-4BA9-ACF9-0493A8C51F24}" destId="{D8B331EB-0D86-4300-82AC-ABFE41D2F5B5}" srcOrd="0" destOrd="0" parTransId="{7766F690-4E34-4A26-82EA-B604DA444741}" sibTransId="{0CA2303E-5339-44F6-8157-E45822628DAE}"/>
    <dgm:cxn modelId="{019E8012-9C98-4F93-AE51-0545008D0ADA}" type="presOf" srcId="{00E84F36-B202-4521-AC41-EE088AE5C5DA}" destId="{077B2B4E-9E0A-435F-8472-8C77B010567F}" srcOrd="0" destOrd="11" presId="urn:microsoft.com/office/officeart/2005/8/layout/hList1"/>
    <dgm:cxn modelId="{BDF66220-6F70-43FD-B21D-9F2D240EB472}" type="presOf" srcId="{D8B331EB-0D86-4300-82AC-ABFE41D2F5B5}" destId="{BB88E49D-C6AB-4DB3-A744-C4D37CD07C09}" srcOrd="0" destOrd="0" presId="urn:microsoft.com/office/officeart/2005/8/layout/hList1"/>
    <dgm:cxn modelId="{BAEE092F-FA3F-4789-93D7-3C574BF1D599}" srcId="{D8B331EB-0D86-4300-82AC-ABFE41D2F5B5}" destId="{5CD5C951-555A-4C3E-94CB-D3015E07AFB8}" srcOrd="5" destOrd="0" parTransId="{9FBC7BC0-897B-4252-82A6-76D643EE491A}" sibTransId="{1D10D762-056C-4281-9F57-1A330AEA24FE}"/>
    <dgm:cxn modelId="{FE6BF536-6A2C-4FA4-9EA0-BE5F1ED94B75}" srcId="{D8B331EB-0D86-4300-82AC-ABFE41D2F5B5}" destId="{60057757-8582-437D-92C9-7E8C85B048BC}" srcOrd="2" destOrd="0" parTransId="{9EDEF109-C5FF-4460-9760-0B0EBA57FF4F}" sibTransId="{6079833C-2A2B-4587-AEE8-09F383A6F077}"/>
    <dgm:cxn modelId="{A57DD241-7746-47B2-B00C-491F07958A73}" srcId="{3EBD8A59-A0FF-4ED2-8C8B-63CCD0EE047D}" destId="{88DBD10F-0327-4A12-A0BB-5FA2AEB7E9E4}" srcOrd="2" destOrd="0" parTransId="{9133B149-E1FD-43FA-80C8-E80A99C4DE0B}" sibTransId="{7C212879-A1F0-4966-8622-26BE14D3ADD7}"/>
    <dgm:cxn modelId="{DFD43C44-EC3D-41B2-94ED-03E5EEBB718D}" srcId="{60057757-8582-437D-92C9-7E8C85B048BC}" destId="{6237E77F-0BF9-4F65-BB2C-545B1012B56C}" srcOrd="0" destOrd="0" parTransId="{4FF8EF28-DCBD-4847-B207-3F4D5AF407D4}" sibTransId="{CAF49703-BDC3-4670-9A86-43F7CE9F8299}"/>
    <dgm:cxn modelId="{BAC8CD45-2DFF-45E9-B14D-A0171A7BF585}" type="presOf" srcId="{6553B4B7-CA41-476C-8704-E6DE7D80CCDC}" destId="{2FD54C71-1D4D-4634-8609-C71D48BF942F}" srcOrd="0" destOrd="0" presId="urn:microsoft.com/office/officeart/2005/8/layout/hList1"/>
    <dgm:cxn modelId="{807A4966-BB74-44F9-8197-7855671262B6}" srcId="{5CD5C951-555A-4C3E-94CB-D3015E07AFB8}" destId="{06855FCC-2E47-4DC6-AA7A-69E47650FBC5}" srcOrd="0" destOrd="0" parTransId="{945A2433-7F1C-44F7-AA94-50C2D4EC31AD}" sibTransId="{DE8F5BAA-7AEC-4445-9AD5-3C8CA1155738}"/>
    <dgm:cxn modelId="{228C7569-E706-4B28-8B95-531102EBFA9C}" srcId="{3EBD8A59-A0FF-4ED2-8C8B-63CCD0EE047D}" destId="{6553B4B7-CA41-476C-8704-E6DE7D80CCDC}" srcOrd="0" destOrd="0" parTransId="{21E3530A-7B55-4DA0-A555-4F5A17BF40D7}" sibTransId="{F31BCDAF-C9EE-4717-826B-747A84BC58B5}"/>
    <dgm:cxn modelId="{9554AB49-5285-44A7-8F13-51758B9D66E7}" type="presOf" srcId="{75374895-655A-4538-8577-5BB80CD92A00}" destId="{077B2B4E-9E0A-435F-8472-8C77B010567F}" srcOrd="0" destOrd="2" presId="urn:microsoft.com/office/officeart/2005/8/layout/hList1"/>
    <dgm:cxn modelId="{B56D156D-90C6-44CD-8347-29807FFB0205}" srcId="{D8B331EB-0D86-4300-82AC-ABFE41D2F5B5}" destId="{00E84F36-B202-4521-AC41-EE088AE5C5DA}" srcOrd="6" destOrd="0" parTransId="{93B22349-ABA4-4EFE-88C7-50587C53EF51}" sibTransId="{61516A1A-362F-4312-9D43-3AA255A4CDB2}"/>
    <dgm:cxn modelId="{63D22776-FE5A-4611-8FFF-276778D9BCC7}" type="presOf" srcId="{7BF6FB97-BB65-47D1-BB47-04B7EFDB3118}" destId="{077B2B4E-9E0A-435F-8472-8C77B010567F}" srcOrd="0" destOrd="8" presId="urn:microsoft.com/office/officeart/2005/8/layout/hList1"/>
    <dgm:cxn modelId="{6F940E7A-C56D-48C0-BD0E-843F7DBBB9CB}" type="presOf" srcId="{78FCEE34-9A89-4E94-AC53-238AF6EBFA68}" destId="{077B2B4E-9E0A-435F-8472-8C77B010567F}" srcOrd="0" destOrd="7" presId="urn:microsoft.com/office/officeart/2005/8/layout/hList1"/>
    <dgm:cxn modelId="{40882A86-C4EA-4A87-BC01-3FA2A5893A5F}" type="presOf" srcId="{53B44C21-4917-4741-AEFE-286325FB45F5}" destId="{2FD54C71-1D4D-4634-8609-C71D48BF942F}" srcOrd="0" destOrd="1" presId="urn:microsoft.com/office/officeart/2005/8/layout/hList1"/>
    <dgm:cxn modelId="{DDF8DB8B-1C34-41CE-9CAD-8DC29FB72FAA}" type="presOf" srcId="{114E8943-CAB2-4499-8549-473A99768862}" destId="{077B2B4E-9E0A-435F-8472-8C77B010567F}" srcOrd="0" destOrd="1" presId="urn:microsoft.com/office/officeart/2005/8/layout/hList1"/>
    <dgm:cxn modelId="{0FB10E8C-BAD8-48A7-83A3-3EE1ED9BA738}" type="presOf" srcId="{5CD5C951-555A-4C3E-94CB-D3015E07AFB8}" destId="{077B2B4E-9E0A-435F-8472-8C77B010567F}" srcOrd="0" destOrd="9" presId="urn:microsoft.com/office/officeart/2005/8/layout/hList1"/>
    <dgm:cxn modelId="{7C09E68D-124E-4868-8F24-8E75C9C9D57F}" type="presOf" srcId="{79A18FCB-860B-4062-938B-DA9074B87AF3}" destId="{077B2B4E-9E0A-435F-8472-8C77B010567F}" srcOrd="0" destOrd="0" presId="urn:microsoft.com/office/officeart/2005/8/layout/hList1"/>
    <dgm:cxn modelId="{4FFA0A8F-3C01-4CC7-9FA5-A85B2FA20835}" srcId="{78FCEE34-9A89-4E94-AC53-238AF6EBFA68}" destId="{7BF6FB97-BB65-47D1-BB47-04B7EFDB3118}" srcOrd="0" destOrd="0" parTransId="{850DB029-0D1B-4E2F-8E1A-7FD5172BBC8D}" sibTransId="{E64FDCAD-44DE-4141-A312-10FE7C35490F}"/>
    <dgm:cxn modelId="{249BF592-135A-44EB-8F6A-108EC5D33A2C}" srcId="{D8B331EB-0D86-4300-82AC-ABFE41D2F5B5}" destId="{114E8943-CAB2-4499-8549-473A99768862}" srcOrd="1" destOrd="0" parTransId="{44CEACD6-3DA9-4E83-86B7-A8204B6B63F0}" sibTransId="{E6590D65-96DC-4510-BB91-B4ECBF02AB81}"/>
    <dgm:cxn modelId="{65EB149D-A4B7-4682-B1A1-F910A41E7B71}" srcId="{D8B331EB-0D86-4300-82AC-ABFE41D2F5B5}" destId="{79A18FCB-860B-4062-938B-DA9074B87AF3}" srcOrd="0" destOrd="0" parTransId="{F7B1294E-2CA7-46CA-A0E4-17966121827D}" sibTransId="{19A96B18-51AD-4255-B091-1A7CE58E6B6A}"/>
    <dgm:cxn modelId="{2D2B649E-6BB2-4552-A15C-7CA8AE6C4573}" type="presOf" srcId="{7A8D0F7C-46C0-4746-BCE0-5B582A7611FF}" destId="{077B2B4E-9E0A-435F-8472-8C77B010567F}" srcOrd="0" destOrd="6" presId="urn:microsoft.com/office/officeart/2005/8/layout/hList1"/>
    <dgm:cxn modelId="{858CD29F-C890-447E-9709-B45A9328ADCB}" type="presOf" srcId="{3EBD8A59-A0FF-4ED2-8C8B-63CCD0EE047D}" destId="{46260A4E-001A-492D-870D-E5D3F9171653}" srcOrd="0" destOrd="0" presId="urn:microsoft.com/office/officeart/2005/8/layout/hList1"/>
    <dgm:cxn modelId="{561D07A2-9BEB-4B27-897F-32E1AB4B0C46}" type="presOf" srcId="{88DBD10F-0327-4A12-A0BB-5FA2AEB7E9E4}" destId="{2FD54C71-1D4D-4634-8609-C71D48BF942F}" srcOrd="0" destOrd="2" presId="urn:microsoft.com/office/officeart/2005/8/layout/hList1"/>
    <dgm:cxn modelId="{4D6753AF-415D-462E-BFEA-C05DDDC9C21F}" srcId="{D8B331EB-0D86-4300-82AC-ABFE41D2F5B5}" destId="{B74A59E7-5F6B-43CB-8D10-8F7048DB81A5}" srcOrd="3" destOrd="0" parTransId="{F7BD490A-503D-41FE-ACEF-0510480E4F6B}" sibTransId="{641B6355-F2EA-4EE1-B072-BEA89BB3136C}"/>
    <dgm:cxn modelId="{B4E263B2-E4A8-4303-B18B-41F69B4732E8}" srcId="{D8B331EB-0D86-4300-82AC-ABFE41D2F5B5}" destId="{78FCEE34-9A89-4E94-AC53-238AF6EBFA68}" srcOrd="4" destOrd="0" parTransId="{BDC8F49E-F262-49C8-9FAD-84A32A0C02BF}" sibTransId="{973687BB-E49B-4C63-B4A0-D47B86FE15B6}"/>
    <dgm:cxn modelId="{374D48B2-3B71-4C98-AEEB-F74682A555E7}" srcId="{E8D51084-71D9-4BA9-ACF9-0493A8C51F24}" destId="{3EBD8A59-A0FF-4ED2-8C8B-63CCD0EE047D}" srcOrd="1" destOrd="0" parTransId="{B85A7CE1-385C-4BFC-867C-31226765E396}" sibTransId="{AFA697F5-6170-4597-992D-9AD73360D1AA}"/>
    <dgm:cxn modelId="{B1925EBA-1B18-4A72-88B2-C629A7148E3D}" type="presOf" srcId="{6237E77F-0BF9-4F65-BB2C-545B1012B56C}" destId="{077B2B4E-9E0A-435F-8472-8C77B010567F}" srcOrd="0" destOrd="4" presId="urn:microsoft.com/office/officeart/2005/8/layout/hList1"/>
    <dgm:cxn modelId="{3815F1BD-7883-4329-85FA-9E5C6B0A4493}" type="presOf" srcId="{60057757-8582-437D-92C9-7E8C85B048BC}" destId="{077B2B4E-9E0A-435F-8472-8C77B010567F}" srcOrd="0" destOrd="3" presId="urn:microsoft.com/office/officeart/2005/8/layout/hList1"/>
    <dgm:cxn modelId="{C1B3EFC1-E92B-4545-80A1-D8347F97BE19}" type="presOf" srcId="{E8D51084-71D9-4BA9-ACF9-0493A8C51F24}" destId="{E21CCDA6-83D5-4A05-B61F-449BDD836E01}" srcOrd="0" destOrd="0" presId="urn:microsoft.com/office/officeart/2005/8/layout/hList1"/>
    <dgm:cxn modelId="{695378C4-A2D2-436B-B45E-F4B2D1313541}" type="presOf" srcId="{06855FCC-2E47-4DC6-AA7A-69E47650FBC5}" destId="{077B2B4E-9E0A-435F-8472-8C77B010567F}" srcOrd="0" destOrd="10" presId="urn:microsoft.com/office/officeart/2005/8/layout/hList1"/>
    <dgm:cxn modelId="{AE2105DE-F732-41DC-B7B6-6113773C3F0C}" type="presOf" srcId="{B74A59E7-5F6B-43CB-8D10-8F7048DB81A5}" destId="{077B2B4E-9E0A-435F-8472-8C77B010567F}" srcOrd="0" destOrd="5" presId="urn:microsoft.com/office/officeart/2005/8/layout/hList1"/>
    <dgm:cxn modelId="{3C86B3E2-99E1-42FC-96FF-08E3486D45CB}" srcId="{3EBD8A59-A0FF-4ED2-8C8B-63CCD0EE047D}" destId="{53B44C21-4917-4741-AEFE-286325FB45F5}" srcOrd="1" destOrd="0" parTransId="{14F9C69D-FD4F-4D38-BBD5-FF0FBC1148C6}" sibTransId="{6E916ACE-106F-47FF-828A-7864032EF420}"/>
    <dgm:cxn modelId="{498D58F4-81B0-4D7C-BB4E-9273CDAFBC26}" srcId="{B74A59E7-5F6B-43CB-8D10-8F7048DB81A5}" destId="{7A8D0F7C-46C0-4746-BCE0-5B582A7611FF}" srcOrd="0" destOrd="0" parTransId="{CE7409FC-93B4-4C8B-8C00-37AE953D0DD7}" sibTransId="{CCE05B52-2EB3-41BB-A0BA-70F589134866}"/>
    <dgm:cxn modelId="{1C16E8F7-AC04-414B-9C26-6CD89F161F93}" srcId="{114E8943-CAB2-4499-8549-473A99768862}" destId="{75374895-655A-4538-8577-5BB80CD92A00}" srcOrd="0" destOrd="0" parTransId="{C22E5CD2-7CD1-43BB-8413-B6DA4B49587B}" sibTransId="{DAF00E2F-257B-41E0-83C3-D06868326573}"/>
    <dgm:cxn modelId="{CAEA8441-4333-451E-973A-97C407E24FB3}" type="presParOf" srcId="{E21CCDA6-83D5-4A05-B61F-449BDD836E01}" destId="{DD4D94C5-4FD6-4132-8764-5EC7B3F227CA}" srcOrd="0" destOrd="0" presId="urn:microsoft.com/office/officeart/2005/8/layout/hList1"/>
    <dgm:cxn modelId="{3216DB5B-4F0E-41C9-82C1-734E24A66486}" type="presParOf" srcId="{DD4D94C5-4FD6-4132-8764-5EC7B3F227CA}" destId="{BB88E49D-C6AB-4DB3-A744-C4D37CD07C09}" srcOrd="0" destOrd="0" presId="urn:microsoft.com/office/officeart/2005/8/layout/hList1"/>
    <dgm:cxn modelId="{FD8B78C8-6395-4E0C-856C-5569F196448F}" type="presParOf" srcId="{DD4D94C5-4FD6-4132-8764-5EC7B3F227CA}" destId="{077B2B4E-9E0A-435F-8472-8C77B010567F}" srcOrd="1" destOrd="0" presId="urn:microsoft.com/office/officeart/2005/8/layout/hList1"/>
    <dgm:cxn modelId="{D8757007-9685-4975-9A68-9AAC2F78BF1A}" type="presParOf" srcId="{E21CCDA6-83D5-4A05-B61F-449BDD836E01}" destId="{E7F639F9-DF39-4E77-B445-6333C7904DE0}" srcOrd="1" destOrd="0" presId="urn:microsoft.com/office/officeart/2005/8/layout/hList1"/>
    <dgm:cxn modelId="{CA4740C5-78E8-4598-9A98-60AADA5A5A6D}" type="presParOf" srcId="{E21CCDA6-83D5-4A05-B61F-449BDD836E01}" destId="{5188A6B1-42B7-4AAF-AAE8-E3F35AC50292}" srcOrd="2" destOrd="0" presId="urn:microsoft.com/office/officeart/2005/8/layout/hList1"/>
    <dgm:cxn modelId="{CFC92EEF-C9F7-419B-85C1-1998CCBD79F2}" type="presParOf" srcId="{5188A6B1-42B7-4AAF-AAE8-E3F35AC50292}" destId="{46260A4E-001A-492D-870D-E5D3F9171653}" srcOrd="0" destOrd="0" presId="urn:microsoft.com/office/officeart/2005/8/layout/hList1"/>
    <dgm:cxn modelId="{806929CF-DA24-4A9A-A774-2741ADED480F}" type="presParOf" srcId="{5188A6B1-42B7-4AAF-AAE8-E3F35AC50292}" destId="{2FD54C71-1D4D-4634-8609-C71D48BF942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E15E928-8DD1-4677-8405-16A578A0AED8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64485E6-C230-4751-AED9-900C21980B5A}">
      <dgm:prSet/>
      <dgm:spPr/>
      <dgm:t>
        <a:bodyPr/>
        <a:lstStyle/>
        <a:p>
          <a:r>
            <a:rPr lang="en-US"/>
            <a:t>Use </a:t>
          </a:r>
          <a:r>
            <a:rPr lang="en-US" b="1"/>
            <a:t>Waterfall</a:t>
          </a:r>
          <a:r>
            <a:rPr lang="en-US"/>
            <a:t> if: requirements are fixed, minimal change expected, clear outcomes (Scrum Alliance, 2020).</a:t>
          </a:r>
        </a:p>
      </dgm:t>
    </dgm:pt>
    <dgm:pt modelId="{2A735193-EB8F-4ED5-8A79-41A90FF9B438}" type="parTrans" cxnId="{689A402F-7B8C-4B44-9718-51C314F414D1}">
      <dgm:prSet/>
      <dgm:spPr/>
      <dgm:t>
        <a:bodyPr/>
        <a:lstStyle/>
        <a:p>
          <a:endParaRPr lang="en-US"/>
        </a:p>
      </dgm:t>
    </dgm:pt>
    <dgm:pt modelId="{FDAFE69D-C573-430C-B941-866CF9744A14}" type="sibTrans" cxnId="{689A402F-7B8C-4B44-9718-51C314F414D1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CB7CCF18-CE08-42C0-A6F1-B9A235B4AF00}">
      <dgm:prSet/>
      <dgm:spPr/>
      <dgm:t>
        <a:bodyPr/>
        <a:lstStyle/>
        <a:p>
          <a:r>
            <a:rPr lang="en-US"/>
            <a:t>Use </a:t>
          </a:r>
          <a:r>
            <a:rPr lang="en-US" b="1"/>
            <a:t>Agile</a:t>
          </a:r>
          <a:r>
            <a:rPr lang="en-US"/>
            <a:t> if: ongoing feedback, evolving needs, need for speed, collaborative stakeholders (Atlassian, 2024).</a:t>
          </a:r>
        </a:p>
      </dgm:t>
    </dgm:pt>
    <dgm:pt modelId="{9D5FB098-4931-418D-84C6-492006CBA38D}" type="parTrans" cxnId="{C6B67954-574F-422F-87DC-6DEB25B07111}">
      <dgm:prSet/>
      <dgm:spPr/>
      <dgm:t>
        <a:bodyPr/>
        <a:lstStyle/>
        <a:p>
          <a:endParaRPr lang="en-US"/>
        </a:p>
      </dgm:t>
    </dgm:pt>
    <dgm:pt modelId="{4FD081E0-1D7C-4149-A7E6-B3BFECE70BB5}" type="sibTrans" cxnId="{C6B67954-574F-422F-87DC-6DEB25B07111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62FD98B2-61EC-4B0D-8C70-C7D837FE054C}">
      <dgm:prSet/>
      <dgm:spPr/>
      <dgm:t>
        <a:bodyPr/>
        <a:lstStyle/>
        <a:p>
          <a:r>
            <a:rPr lang="en-US"/>
            <a:t>SNHU Travel: Agile enabled success in a dynamic environment (CS-250 Reflections, 2025).</a:t>
          </a:r>
        </a:p>
      </dgm:t>
    </dgm:pt>
    <dgm:pt modelId="{480AA4CF-0DD9-4FB8-A85D-4BC40ECE72C5}" type="parTrans" cxnId="{87992DCC-4C9C-4008-B1C5-D74638F050B7}">
      <dgm:prSet/>
      <dgm:spPr/>
      <dgm:t>
        <a:bodyPr/>
        <a:lstStyle/>
        <a:p>
          <a:endParaRPr lang="en-US"/>
        </a:p>
      </dgm:t>
    </dgm:pt>
    <dgm:pt modelId="{983BD2AE-7BC2-4A9E-9989-895DF2E2A21E}" type="sibTrans" cxnId="{87992DCC-4C9C-4008-B1C5-D74638F050B7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611C9865-A76D-4DED-BFB9-6A9393C927A2}" type="pres">
      <dgm:prSet presAssocID="{CE15E928-8DD1-4677-8405-16A578A0AED8}" presName="Name0" presStyleCnt="0">
        <dgm:presLayoutVars>
          <dgm:animLvl val="lvl"/>
          <dgm:resizeHandles val="exact"/>
        </dgm:presLayoutVars>
      </dgm:prSet>
      <dgm:spPr/>
    </dgm:pt>
    <dgm:pt modelId="{F6179159-DB50-4977-87A7-4BC6B36422B8}" type="pres">
      <dgm:prSet presAssocID="{364485E6-C230-4751-AED9-900C21980B5A}" presName="compositeNode" presStyleCnt="0">
        <dgm:presLayoutVars>
          <dgm:bulletEnabled val="1"/>
        </dgm:presLayoutVars>
      </dgm:prSet>
      <dgm:spPr/>
    </dgm:pt>
    <dgm:pt modelId="{DF8688E2-2EF5-41D8-8FCD-084FB29DB894}" type="pres">
      <dgm:prSet presAssocID="{364485E6-C230-4751-AED9-900C21980B5A}" presName="bgRect" presStyleLbl="alignNode1" presStyleIdx="0" presStyleCnt="3"/>
      <dgm:spPr/>
    </dgm:pt>
    <dgm:pt modelId="{3D5E9E88-0DE8-4BE3-B00D-FC10B157EE3A}" type="pres">
      <dgm:prSet presAssocID="{FDAFE69D-C573-430C-B941-866CF9744A14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3367D189-734E-4D0D-B3FE-3B165A5E82C5}" type="pres">
      <dgm:prSet presAssocID="{364485E6-C230-4751-AED9-900C21980B5A}" presName="nodeRect" presStyleLbl="alignNode1" presStyleIdx="0" presStyleCnt="3">
        <dgm:presLayoutVars>
          <dgm:bulletEnabled val="1"/>
        </dgm:presLayoutVars>
      </dgm:prSet>
      <dgm:spPr/>
    </dgm:pt>
    <dgm:pt modelId="{DDF77CE8-28AA-4F04-AED0-68EB6F4877F0}" type="pres">
      <dgm:prSet presAssocID="{FDAFE69D-C573-430C-B941-866CF9744A14}" presName="sibTrans" presStyleCnt="0"/>
      <dgm:spPr/>
    </dgm:pt>
    <dgm:pt modelId="{98301160-6AB5-4EAD-91AB-CFE2E24FD7EE}" type="pres">
      <dgm:prSet presAssocID="{CB7CCF18-CE08-42C0-A6F1-B9A235B4AF00}" presName="compositeNode" presStyleCnt="0">
        <dgm:presLayoutVars>
          <dgm:bulletEnabled val="1"/>
        </dgm:presLayoutVars>
      </dgm:prSet>
      <dgm:spPr/>
    </dgm:pt>
    <dgm:pt modelId="{9E8F702D-C3FD-4583-AB3F-14AC27D35336}" type="pres">
      <dgm:prSet presAssocID="{CB7CCF18-CE08-42C0-A6F1-B9A235B4AF00}" presName="bgRect" presStyleLbl="alignNode1" presStyleIdx="1" presStyleCnt="3"/>
      <dgm:spPr/>
    </dgm:pt>
    <dgm:pt modelId="{C15C09D9-606D-43FA-AA8C-560CA02476DD}" type="pres">
      <dgm:prSet presAssocID="{4FD081E0-1D7C-4149-A7E6-B3BFECE70BB5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21F7A6D6-B94D-4D6B-9B05-CAD2DE8B26D4}" type="pres">
      <dgm:prSet presAssocID="{CB7CCF18-CE08-42C0-A6F1-B9A235B4AF00}" presName="nodeRect" presStyleLbl="alignNode1" presStyleIdx="1" presStyleCnt="3">
        <dgm:presLayoutVars>
          <dgm:bulletEnabled val="1"/>
        </dgm:presLayoutVars>
      </dgm:prSet>
      <dgm:spPr/>
    </dgm:pt>
    <dgm:pt modelId="{D465B46F-91BD-4378-B1A9-E1DBEA300D9E}" type="pres">
      <dgm:prSet presAssocID="{4FD081E0-1D7C-4149-A7E6-B3BFECE70BB5}" presName="sibTrans" presStyleCnt="0"/>
      <dgm:spPr/>
    </dgm:pt>
    <dgm:pt modelId="{A4AE38E7-135E-45F0-875D-4E9C0214E9FE}" type="pres">
      <dgm:prSet presAssocID="{62FD98B2-61EC-4B0D-8C70-C7D837FE054C}" presName="compositeNode" presStyleCnt="0">
        <dgm:presLayoutVars>
          <dgm:bulletEnabled val="1"/>
        </dgm:presLayoutVars>
      </dgm:prSet>
      <dgm:spPr/>
    </dgm:pt>
    <dgm:pt modelId="{32F89D26-2CDD-4674-AA7E-50AB2B4AD907}" type="pres">
      <dgm:prSet presAssocID="{62FD98B2-61EC-4B0D-8C70-C7D837FE054C}" presName="bgRect" presStyleLbl="alignNode1" presStyleIdx="2" presStyleCnt="3"/>
      <dgm:spPr/>
    </dgm:pt>
    <dgm:pt modelId="{C9953C10-A62C-4D2B-A21C-090001AA3718}" type="pres">
      <dgm:prSet presAssocID="{983BD2AE-7BC2-4A9E-9989-895DF2E2A21E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72431D22-E537-465A-8F96-FE08405C6B15}" type="pres">
      <dgm:prSet presAssocID="{62FD98B2-61EC-4B0D-8C70-C7D837FE054C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D497150F-923C-4808-B02B-D94838887AF2}" type="presOf" srcId="{4FD081E0-1D7C-4149-A7E6-B3BFECE70BB5}" destId="{C15C09D9-606D-43FA-AA8C-560CA02476DD}" srcOrd="0" destOrd="0" presId="urn:microsoft.com/office/officeart/2016/7/layout/LinearBlockProcessNumbered"/>
    <dgm:cxn modelId="{CD649515-0AC8-4948-838A-15E937B627A5}" type="presOf" srcId="{CB7CCF18-CE08-42C0-A6F1-B9A235B4AF00}" destId="{21F7A6D6-B94D-4D6B-9B05-CAD2DE8B26D4}" srcOrd="1" destOrd="0" presId="urn:microsoft.com/office/officeart/2016/7/layout/LinearBlockProcessNumbered"/>
    <dgm:cxn modelId="{689A402F-7B8C-4B44-9718-51C314F414D1}" srcId="{CE15E928-8DD1-4677-8405-16A578A0AED8}" destId="{364485E6-C230-4751-AED9-900C21980B5A}" srcOrd="0" destOrd="0" parTransId="{2A735193-EB8F-4ED5-8A79-41A90FF9B438}" sibTransId="{FDAFE69D-C573-430C-B941-866CF9744A14}"/>
    <dgm:cxn modelId="{0329213A-7A4A-426B-A100-FADB5A86ABB5}" type="presOf" srcId="{983BD2AE-7BC2-4A9E-9989-895DF2E2A21E}" destId="{C9953C10-A62C-4D2B-A21C-090001AA3718}" srcOrd="0" destOrd="0" presId="urn:microsoft.com/office/officeart/2016/7/layout/LinearBlockProcessNumbered"/>
    <dgm:cxn modelId="{2FEBB864-39AB-49F6-A589-38A20FBF9055}" type="presOf" srcId="{62FD98B2-61EC-4B0D-8C70-C7D837FE054C}" destId="{32F89D26-2CDD-4674-AA7E-50AB2B4AD907}" srcOrd="0" destOrd="0" presId="urn:microsoft.com/office/officeart/2016/7/layout/LinearBlockProcessNumbered"/>
    <dgm:cxn modelId="{574DFD49-700E-4801-8A04-5F37102422AB}" type="presOf" srcId="{CE15E928-8DD1-4677-8405-16A578A0AED8}" destId="{611C9865-A76D-4DED-BFB9-6A9393C927A2}" srcOrd="0" destOrd="0" presId="urn:microsoft.com/office/officeart/2016/7/layout/LinearBlockProcessNumbered"/>
    <dgm:cxn modelId="{C6B67954-574F-422F-87DC-6DEB25B07111}" srcId="{CE15E928-8DD1-4677-8405-16A578A0AED8}" destId="{CB7CCF18-CE08-42C0-A6F1-B9A235B4AF00}" srcOrd="1" destOrd="0" parTransId="{9D5FB098-4931-418D-84C6-492006CBA38D}" sibTransId="{4FD081E0-1D7C-4149-A7E6-B3BFECE70BB5}"/>
    <dgm:cxn modelId="{0A86257E-D702-4046-BD03-8D2F72401557}" type="presOf" srcId="{FDAFE69D-C573-430C-B941-866CF9744A14}" destId="{3D5E9E88-0DE8-4BE3-B00D-FC10B157EE3A}" srcOrd="0" destOrd="0" presId="urn:microsoft.com/office/officeart/2016/7/layout/LinearBlockProcessNumbered"/>
    <dgm:cxn modelId="{C0EF8E95-AD57-425E-89FD-9A168B2BB4C4}" type="presOf" srcId="{364485E6-C230-4751-AED9-900C21980B5A}" destId="{DF8688E2-2EF5-41D8-8FCD-084FB29DB894}" srcOrd="0" destOrd="0" presId="urn:microsoft.com/office/officeart/2016/7/layout/LinearBlockProcessNumbered"/>
    <dgm:cxn modelId="{A82A4CAC-F479-45F6-BBB2-1D42C6C40FBA}" type="presOf" srcId="{364485E6-C230-4751-AED9-900C21980B5A}" destId="{3367D189-734E-4D0D-B3FE-3B165A5E82C5}" srcOrd="1" destOrd="0" presId="urn:microsoft.com/office/officeart/2016/7/layout/LinearBlockProcessNumbered"/>
    <dgm:cxn modelId="{87992DCC-4C9C-4008-B1C5-D74638F050B7}" srcId="{CE15E928-8DD1-4677-8405-16A578A0AED8}" destId="{62FD98B2-61EC-4B0D-8C70-C7D837FE054C}" srcOrd="2" destOrd="0" parTransId="{480AA4CF-0DD9-4FB8-A85D-4BC40ECE72C5}" sibTransId="{983BD2AE-7BC2-4A9E-9989-895DF2E2A21E}"/>
    <dgm:cxn modelId="{5CAA12EC-2E4A-4196-8676-53ABF779B6E5}" type="presOf" srcId="{62FD98B2-61EC-4B0D-8C70-C7D837FE054C}" destId="{72431D22-E537-465A-8F96-FE08405C6B15}" srcOrd="1" destOrd="0" presId="urn:microsoft.com/office/officeart/2016/7/layout/LinearBlockProcessNumbered"/>
    <dgm:cxn modelId="{EF0F3EF3-1E34-4515-9C75-5C3907AA4D00}" type="presOf" srcId="{CB7CCF18-CE08-42C0-A6F1-B9A235B4AF00}" destId="{9E8F702D-C3FD-4583-AB3F-14AC27D35336}" srcOrd="0" destOrd="0" presId="urn:microsoft.com/office/officeart/2016/7/layout/LinearBlockProcessNumbered"/>
    <dgm:cxn modelId="{41B7EDB1-5020-4E17-8DAE-CE2A89FF038F}" type="presParOf" srcId="{611C9865-A76D-4DED-BFB9-6A9393C927A2}" destId="{F6179159-DB50-4977-87A7-4BC6B36422B8}" srcOrd="0" destOrd="0" presId="urn:microsoft.com/office/officeart/2016/7/layout/LinearBlockProcessNumbered"/>
    <dgm:cxn modelId="{D0698F4A-B723-4405-9DF8-E8E86F57D416}" type="presParOf" srcId="{F6179159-DB50-4977-87A7-4BC6B36422B8}" destId="{DF8688E2-2EF5-41D8-8FCD-084FB29DB894}" srcOrd="0" destOrd="0" presId="urn:microsoft.com/office/officeart/2016/7/layout/LinearBlockProcessNumbered"/>
    <dgm:cxn modelId="{D4BC6010-AE34-47D7-A30C-11B6B9D7A8DF}" type="presParOf" srcId="{F6179159-DB50-4977-87A7-4BC6B36422B8}" destId="{3D5E9E88-0DE8-4BE3-B00D-FC10B157EE3A}" srcOrd="1" destOrd="0" presId="urn:microsoft.com/office/officeart/2016/7/layout/LinearBlockProcessNumbered"/>
    <dgm:cxn modelId="{A3F9FDF7-C113-4489-A1D5-E32874FBC8EE}" type="presParOf" srcId="{F6179159-DB50-4977-87A7-4BC6B36422B8}" destId="{3367D189-734E-4D0D-B3FE-3B165A5E82C5}" srcOrd="2" destOrd="0" presId="urn:microsoft.com/office/officeart/2016/7/layout/LinearBlockProcessNumbered"/>
    <dgm:cxn modelId="{81CE2899-D730-4F5B-B2CA-D20D3DD3EBEF}" type="presParOf" srcId="{611C9865-A76D-4DED-BFB9-6A9393C927A2}" destId="{DDF77CE8-28AA-4F04-AED0-68EB6F4877F0}" srcOrd="1" destOrd="0" presId="urn:microsoft.com/office/officeart/2016/7/layout/LinearBlockProcessNumbered"/>
    <dgm:cxn modelId="{D7B7F155-657A-4046-8C70-1C82C627BDE7}" type="presParOf" srcId="{611C9865-A76D-4DED-BFB9-6A9393C927A2}" destId="{98301160-6AB5-4EAD-91AB-CFE2E24FD7EE}" srcOrd="2" destOrd="0" presId="urn:microsoft.com/office/officeart/2016/7/layout/LinearBlockProcessNumbered"/>
    <dgm:cxn modelId="{C7AE4135-49A8-446B-A33B-05DD492B2D66}" type="presParOf" srcId="{98301160-6AB5-4EAD-91AB-CFE2E24FD7EE}" destId="{9E8F702D-C3FD-4583-AB3F-14AC27D35336}" srcOrd="0" destOrd="0" presId="urn:microsoft.com/office/officeart/2016/7/layout/LinearBlockProcessNumbered"/>
    <dgm:cxn modelId="{38372463-2B68-4F6B-8CAC-53D08183643B}" type="presParOf" srcId="{98301160-6AB5-4EAD-91AB-CFE2E24FD7EE}" destId="{C15C09D9-606D-43FA-AA8C-560CA02476DD}" srcOrd="1" destOrd="0" presId="urn:microsoft.com/office/officeart/2016/7/layout/LinearBlockProcessNumbered"/>
    <dgm:cxn modelId="{6E84668A-1092-44EB-B936-B6803BCE63E4}" type="presParOf" srcId="{98301160-6AB5-4EAD-91AB-CFE2E24FD7EE}" destId="{21F7A6D6-B94D-4D6B-9B05-CAD2DE8B26D4}" srcOrd="2" destOrd="0" presId="urn:microsoft.com/office/officeart/2016/7/layout/LinearBlockProcessNumbered"/>
    <dgm:cxn modelId="{1835CE87-3EE5-42C2-A017-F0BB61111EC1}" type="presParOf" srcId="{611C9865-A76D-4DED-BFB9-6A9393C927A2}" destId="{D465B46F-91BD-4378-B1A9-E1DBEA300D9E}" srcOrd="3" destOrd="0" presId="urn:microsoft.com/office/officeart/2016/7/layout/LinearBlockProcessNumbered"/>
    <dgm:cxn modelId="{180CC621-2FD8-4C0F-BCBE-67E0F639CFA3}" type="presParOf" srcId="{611C9865-A76D-4DED-BFB9-6A9393C927A2}" destId="{A4AE38E7-135E-45F0-875D-4E9C0214E9FE}" srcOrd="4" destOrd="0" presId="urn:microsoft.com/office/officeart/2016/7/layout/LinearBlockProcessNumbered"/>
    <dgm:cxn modelId="{3E67970E-7519-4695-A7DA-BD48A3A9E47E}" type="presParOf" srcId="{A4AE38E7-135E-45F0-875D-4E9C0214E9FE}" destId="{32F89D26-2CDD-4674-AA7E-50AB2B4AD907}" srcOrd="0" destOrd="0" presId="urn:microsoft.com/office/officeart/2016/7/layout/LinearBlockProcessNumbered"/>
    <dgm:cxn modelId="{2628A0C9-E74A-472C-8BA9-54E161A56542}" type="presParOf" srcId="{A4AE38E7-135E-45F0-875D-4E9C0214E9FE}" destId="{C9953C10-A62C-4D2B-A21C-090001AA3718}" srcOrd="1" destOrd="0" presId="urn:microsoft.com/office/officeart/2016/7/layout/LinearBlockProcessNumbered"/>
    <dgm:cxn modelId="{6500CBF6-C349-4EDB-A4B0-A62AF180265F}" type="presParOf" srcId="{A4AE38E7-135E-45F0-875D-4E9C0214E9FE}" destId="{72431D22-E537-465A-8F96-FE08405C6B15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F7B69-687E-4D5D-A617-3C2ED3CE0ED7}">
      <dsp:nvSpPr>
        <dsp:cNvPr id="0" name=""/>
        <dsp:cNvSpPr/>
      </dsp:nvSpPr>
      <dsp:spPr>
        <a:xfrm>
          <a:off x="9242" y="164850"/>
          <a:ext cx="2762398" cy="36191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Product Owner:</a:t>
          </a:r>
          <a:r>
            <a:rPr lang="en-US" sz="1500" kern="1200" dirty="0"/>
            <a:t> 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Represents the customer and stakeholders, manages the product backlog, and sets priorities for the team.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kern="1200" dirty="0"/>
            <a:t>Ensures the team is always working on the most valuable features, clarifies requirements, and acts as the single point of contact for business decisions. </a:t>
          </a:r>
        </a:p>
      </dsp:txBody>
      <dsp:txXfrm>
        <a:off x="90150" y="245758"/>
        <a:ext cx="2600582" cy="3457358"/>
      </dsp:txXfrm>
    </dsp:sp>
    <dsp:sp modelId="{A72072A9-E70B-4B95-8344-6B96107655C9}">
      <dsp:nvSpPr>
        <dsp:cNvPr id="0" name=""/>
        <dsp:cNvSpPr/>
      </dsp:nvSpPr>
      <dsp:spPr>
        <a:xfrm>
          <a:off x="3047880" y="1631900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01</a:t>
          </a:r>
        </a:p>
      </dsp:txBody>
      <dsp:txXfrm>
        <a:off x="3047880" y="1768915"/>
        <a:ext cx="409940" cy="411044"/>
      </dsp:txXfrm>
    </dsp:sp>
    <dsp:sp modelId="{8BFBA0BA-FD6F-4D4B-8675-423486F163FB}">
      <dsp:nvSpPr>
        <dsp:cNvPr id="0" name=""/>
        <dsp:cNvSpPr/>
      </dsp:nvSpPr>
      <dsp:spPr>
        <a:xfrm>
          <a:off x="3876600" y="164850"/>
          <a:ext cx="2762398" cy="3619174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Scrum Master:</a:t>
          </a:r>
          <a:r>
            <a:rPr lang="en-US" sz="1500" kern="1200" dirty="0"/>
            <a:t> 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Facilitates Scrum events (like Sprint Planning, Daily Scrum, Sprint Review, and Retrospective), removes obstacles, and coaches the team in Agile practices.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kern="1200" dirty="0"/>
            <a:t>Helps the team stay focused, productive, and true to Agile principles. The Scrum Master shields the team from distractions, fosters a culture of continuous improvement, and ensures that Scrum processes are followed.</a:t>
          </a:r>
          <a:endParaRPr lang="en-US" sz="1500" kern="1200" dirty="0"/>
        </a:p>
      </dsp:txBody>
      <dsp:txXfrm>
        <a:off x="3957508" y="245758"/>
        <a:ext cx="2600582" cy="3457358"/>
      </dsp:txXfrm>
    </dsp:sp>
    <dsp:sp modelId="{DE24C612-E2B0-4BFA-95C9-58677D254EBE}">
      <dsp:nvSpPr>
        <dsp:cNvPr id="0" name=""/>
        <dsp:cNvSpPr/>
      </dsp:nvSpPr>
      <dsp:spPr>
        <a:xfrm>
          <a:off x="6915239" y="1631900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02</a:t>
          </a:r>
        </a:p>
      </dsp:txBody>
      <dsp:txXfrm>
        <a:off x="6915239" y="1768915"/>
        <a:ext cx="409940" cy="411044"/>
      </dsp:txXfrm>
    </dsp:sp>
    <dsp:sp modelId="{2EAC0223-870E-4F24-B4EE-58840A7762F9}">
      <dsp:nvSpPr>
        <dsp:cNvPr id="0" name=""/>
        <dsp:cNvSpPr/>
      </dsp:nvSpPr>
      <dsp:spPr>
        <a:xfrm>
          <a:off x="7743958" y="164850"/>
          <a:ext cx="2762398" cy="3619174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Dev. Team: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A </a:t>
          </a:r>
          <a:r>
            <a:rPr lang="en-US" sz="1500" b="0" i="0" kern="1200" dirty="0"/>
            <a:t>cross-functional group of professionals (developers, testers, designers, etc.) who build, test, and deliver the product increment each sprint.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kern="1200" dirty="0"/>
            <a:t>The team is self-organizing and collectively responsible for delivering high-quality, working software.</a:t>
          </a:r>
          <a:endParaRPr lang="en-US" sz="1500" kern="1200" dirty="0"/>
        </a:p>
      </dsp:txBody>
      <dsp:txXfrm>
        <a:off x="7824866" y="245758"/>
        <a:ext cx="2600582" cy="34573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88E49D-C6AB-4DB3-A744-C4D37CD07C09}">
      <dsp:nvSpPr>
        <dsp:cNvPr id="0" name=""/>
        <dsp:cNvSpPr/>
      </dsp:nvSpPr>
      <dsp:spPr>
        <a:xfrm>
          <a:off x="53" y="228752"/>
          <a:ext cx="5106412" cy="432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dirty="0"/>
            <a:t>Agile SDLC—Phases I (Planning to Development)</a:t>
          </a:r>
          <a:endParaRPr lang="en-US" sz="1500" b="1" kern="1200" dirty="0"/>
        </a:p>
      </dsp:txBody>
      <dsp:txXfrm>
        <a:off x="53" y="228752"/>
        <a:ext cx="5106412" cy="432000"/>
      </dsp:txXfrm>
    </dsp:sp>
    <dsp:sp modelId="{077B2B4E-9E0A-435F-8472-8C77B010567F}">
      <dsp:nvSpPr>
        <dsp:cNvPr id="0" name=""/>
        <dsp:cNvSpPr/>
      </dsp:nvSpPr>
      <dsp:spPr>
        <a:xfrm>
          <a:off x="53" y="660752"/>
          <a:ext cx="5106412" cy="27999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i="0" kern="1200" dirty="0"/>
            <a:t>Requirements Gathering &amp; Backlog Creation</a:t>
          </a:r>
          <a:endParaRPr lang="en-US" sz="1500" b="1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0" i="0" kern="1200" dirty="0"/>
            <a:t>Collect user stories and business needs.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0" i="0" kern="1200"/>
            <a:t>Backlog is always evolving as new information emerges.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i="0" kern="1200" dirty="0"/>
            <a:t>Backlog Refinement &amp; Prioritization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0" i="0" kern="1200" dirty="0"/>
            <a:t>Team clarifies, estimates, and sorts stories by value.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i="0" kern="1200" dirty="0"/>
            <a:t>Sprint Planning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0" i="0" kern="1200" dirty="0"/>
            <a:t>Team selects and commits to specific stories/tasks for the sprint.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1" i="0" kern="1200" dirty="0"/>
            <a:t>Design &amp; Development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0" i="0" kern="1200" dirty="0"/>
            <a:t>Collaborative design; build features incrementally in sprints.</a:t>
          </a:r>
        </a:p>
      </dsp:txBody>
      <dsp:txXfrm>
        <a:off x="53" y="660752"/>
        <a:ext cx="5106412" cy="2799900"/>
      </dsp:txXfrm>
    </dsp:sp>
    <dsp:sp modelId="{46260A4E-001A-492D-870D-E5D3F9171653}">
      <dsp:nvSpPr>
        <dsp:cNvPr id="0" name=""/>
        <dsp:cNvSpPr/>
      </dsp:nvSpPr>
      <dsp:spPr>
        <a:xfrm>
          <a:off x="5821363" y="228752"/>
          <a:ext cx="5106412" cy="43200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dirty="0"/>
            <a:t>Why  It’s Important</a:t>
          </a:r>
          <a:endParaRPr lang="en-US" sz="1500" b="1" kern="1200" dirty="0"/>
        </a:p>
      </dsp:txBody>
      <dsp:txXfrm>
        <a:off x="5821363" y="228752"/>
        <a:ext cx="5106412" cy="432000"/>
      </dsp:txXfrm>
    </dsp:sp>
    <dsp:sp modelId="{2FD54C71-1D4D-4634-8609-C71D48BF942F}">
      <dsp:nvSpPr>
        <dsp:cNvPr id="0" name=""/>
        <dsp:cNvSpPr/>
      </dsp:nvSpPr>
      <dsp:spPr>
        <a:xfrm>
          <a:off x="5821363" y="660752"/>
          <a:ext cx="5106412" cy="279990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0" i="0" kern="1200" dirty="0"/>
            <a:t>Ensures continuous alignment with business goals.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0" i="0" kern="1200" dirty="0"/>
            <a:t>Promotes teamwork, adaptability, and proactive planning.</a:t>
          </a:r>
        </a:p>
      </dsp:txBody>
      <dsp:txXfrm>
        <a:off x="5821363" y="660752"/>
        <a:ext cx="5106412" cy="27999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88E49D-C6AB-4DB3-A744-C4D37CD07C09}">
      <dsp:nvSpPr>
        <dsp:cNvPr id="0" name=""/>
        <dsp:cNvSpPr/>
      </dsp:nvSpPr>
      <dsp:spPr>
        <a:xfrm>
          <a:off x="53" y="255482"/>
          <a:ext cx="5106412" cy="345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Agile SDLC—Phases II (Testing to Deployment &amp; Review)</a:t>
          </a:r>
          <a:endParaRPr lang="en-US" sz="1200" b="1" kern="1200" dirty="0"/>
        </a:p>
      </dsp:txBody>
      <dsp:txXfrm>
        <a:off x="53" y="255482"/>
        <a:ext cx="5106412" cy="345600"/>
      </dsp:txXfrm>
    </dsp:sp>
    <dsp:sp modelId="{077B2B4E-9E0A-435F-8472-8C77B010567F}">
      <dsp:nvSpPr>
        <dsp:cNvPr id="0" name=""/>
        <dsp:cNvSpPr/>
      </dsp:nvSpPr>
      <dsp:spPr>
        <a:xfrm>
          <a:off x="53" y="601082"/>
          <a:ext cx="5106412" cy="283284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dirty="0"/>
            <a:t>Phases: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1" i="0" kern="1200" dirty="0"/>
            <a:t>Continuous Integration &amp; Testing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 dirty="0"/>
            <a:t>QA is embedded; bugs fixed as soon as found—no waiting until the end.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1" i="0" kern="1200" dirty="0"/>
            <a:t>Sprint Review &amp; Demo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 dirty="0"/>
            <a:t>Completed features are shown to stakeholders for immediate feedback.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1" i="0" kern="1200" dirty="0"/>
            <a:t>Sprint Retrospective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/>
            <a:t>Team reviews what worked and what can improve; action steps set for next sprint.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1" i="0" kern="1200" dirty="0"/>
            <a:t>Deployment/Release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/>
            <a:t>Working increments delivered regularly; fast value and easier corrections.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1" i="0" kern="1200" dirty="0"/>
            <a:t>Ongoing Collaboration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 dirty="0"/>
            <a:t>Stakeholder and team input welcomed at every step.</a:t>
          </a:r>
          <a:endParaRPr lang="en-US" sz="1200" b="1" i="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200" kern="1200" dirty="0"/>
        </a:p>
      </dsp:txBody>
      <dsp:txXfrm>
        <a:off x="53" y="601082"/>
        <a:ext cx="5106412" cy="2832840"/>
      </dsp:txXfrm>
    </dsp:sp>
    <dsp:sp modelId="{46260A4E-001A-492D-870D-E5D3F9171653}">
      <dsp:nvSpPr>
        <dsp:cNvPr id="0" name=""/>
        <dsp:cNvSpPr/>
      </dsp:nvSpPr>
      <dsp:spPr>
        <a:xfrm>
          <a:off x="5821363" y="255482"/>
          <a:ext cx="5106412" cy="34560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Why  It’s Important</a:t>
          </a:r>
          <a:endParaRPr lang="en-US" sz="1200" b="1" kern="1200" dirty="0"/>
        </a:p>
      </dsp:txBody>
      <dsp:txXfrm>
        <a:off x="5821363" y="255482"/>
        <a:ext cx="5106412" cy="345600"/>
      </dsp:txXfrm>
    </dsp:sp>
    <dsp:sp modelId="{2FD54C71-1D4D-4634-8609-C71D48BF942F}">
      <dsp:nvSpPr>
        <dsp:cNvPr id="0" name=""/>
        <dsp:cNvSpPr/>
      </dsp:nvSpPr>
      <dsp:spPr>
        <a:xfrm>
          <a:off x="5821363" y="601082"/>
          <a:ext cx="5106412" cy="283284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1" i="0" kern="1200" dirty="0"/>
            <a:t>Quality is built-in, not an afterthought.</a:t>
          </a:r>
          <a:endParaRPr lang="en-US" sz="12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12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1" i="0" kern="1200" dirty="0"/>
            <a:t>Frequent feedback loops drive higher product relevance and team learning.</a:t>
          </a:r>
        </a:p>
      </dsp:txBody>
      <dsp:txXfrm>
        <a:off x="5821363" y="601082"/>
        <a:ext cx="5106412" cy="28328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8688E2-2EF5-41D8-8FCD-084FB29DB894}">
      <dsp:nvSpPr>
        <dsp:cNvPr id="0" name=""/>
        <dsp:cNvSpPr/>
      </dsp:nvSpPr>
      <dsp:spPr>
        <a:xfrm>
          <a:off x="853" y="0"/>
          <a:ext cx="3457633" cy="36894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 </a:t>
          </a:r>
          <a:r>
            <a:rPr lang="en-US" sz="2200" b="1" kern="1200"/>
            <a:t>Waterfall</a:t>
          </a:r>
          <a:r>
            <a:rPr lang="en-US" sz="2200" kern="1200"/>
            <a:t> if: requirements are fixed, minimal change expected, clear outcomes (Scrum Alliance, 2020).</a:t>
          </a:r>
        </a:p>
      </dsp:txBody>
      <dsp:txXfrm>
        <a:off x="853" y="1475762"/>
        <a:ext cx="3457633" cy="2213643"/>
      </dsp:txXfrm>
    </dsp:sp>
    <dsp:sp modelId="{3D5E9E88-0DE8-4BE3-B00D-FC10B157EE3A}">
      <dsp:nvSpPr>
        <dsp:cNvPr id="0" name=""/>
        <dsp:cNvSpPr/>
      </dsp:nvSpPr>
      <dsp:spPr>
        <a:xfrm>
          <a:off x="853" y="0"/>
          <a:ext cx="3457633" cy="14757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3" y="0"/>
        <a:ext cx="3457633" cy="1475762"/>
      </dsp:txXfrm>
    </dsp:sp>
    <dsp:sp modelId="{9E8F702D-C3FD-4583-AB3F-14AC27D35336}">
      <dsp:nvSpPr>
        <dsp:cNvPr id="0" name=""/>
        <dsp:cNvSpPr/>
      </dsp:nvSpPr>
      <dsp:spPr>
        <a:xfrm>
          <a:off x="3735097" y="0"/>
          <a:ext cx="3457633" cy="3689405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 </a:t>
          </a:r>
          <a:r>
            <a:rPr lang="en-US" sz="2200" b="1" kern="1200"/>
            <a:t>Agile</a:t>
          </a:r>
          <a:r>
            <a:rPr lang="en-US" sz="2200" kern="1200"/>
            <a:t> if: ongoing feedback, evolving needs, need for speed, collaborative stakeholders (Atlassian, 2024).</a:t>
          </a:r>
        </a:p>
      </dsp:txBody>
      <dsp:txXfrm>
        <a:off x="3735097" y="1475762"/>
        <a:ext cx="3457633" cy="2213643"/>
      </dsp:txXfrm>
    </dsp:sp>
    <dsp:sp modelId="{C15C09D9-606D-43FA-AA8C-560CA02476DD}">
      <dsp:nvSpPr>
        <dsp:cNvPr id="0" name=""/>
        <dsp:cNvSpPr/>
      </dsp:nvSpPr>
      <dsp:spPr>
        <a:xfrm>
          <a:off x="3735097" y="0"/>
          <a:ext cx="3457633" cy="14757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35097" y="0"/>
        <a:ext cx="3457633" cy="1475762"/>
      </dsp:txXfrm>
    </dsp:sp>
    <dsp:sp modelId="{32F89D26-2CDD-4674-AA7E-50AB2B4AD907}">
      <dsp:nvSpPr>
        <dsp:cNvPr id="0" name=""/>
        <dsp:cNvSpPr/>
      </dsp:nvSpPr>
      <dsp:spPr>
        <a:xfrm>
          <a:off x="7469341" y="0"/>
          <a:ext cx="3457633" cy="3689405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SNHU Travel: Agile enabled success in a dynamic environment (CS-250 Reflections, 2025).</a:t>
          </a:r>
        </a:p>
      </dsp:txBody>
      <dsp:txXfrm>
        <a:off x="7469341" y="1475762"/>
        <a:ext cx="3457633" cy="2213643"/>
      </dsp:txXfrm>
    </dsp:sp>
    <dsp:sp modelId="{C9953C10-A62C-4D2B-A21C-090001AA3718}">
      <dsp:nvSpPr>
        <dsp:cNvPr id="0" name=""/>
        <dsp:cNvSpPr/>
      </dsp:nvSpPr>
      <dsp:spPr>
        <a:xfrm>
          <a:off x="7469341" y="0"/>
          <a:ext cx="3457633" cy="14757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69341" y="0"/>
        <a:ext cx="3457633" cy="14757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11521-01BD-42F2-B23E-A16A4E25198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1FA77-3579-494C-8244-FF509D1E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43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Jude Mensah Nana Baffoe| October 2025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1FA77-3579-494C-8244-FF509D1EC6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85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 role definition was critical on SNHU Travel. The Product Owner ensured priorities matched user needs; Scrum Master kept our routines and values strong; the Dev Team worked cross-functionally to deliver tested increments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1FA77-3579-494C-8244-FF509D1EC6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738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Agile starts with collecting and refining requirements so they always reflect current stakeholder needs. Sprint Planning and iterative development ensure our team remains focused and adaptive throughout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1FA77-3579-494C-8244-FF509D1EC6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13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088E3-2152-CA4F-6599-E134E891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2A43E-7AA2-5BD3-9331-B7684AD1A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B6860-8CF0-CCE4-9628-4CD7AA1E6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Testing and feedback happen every sprint so our product always matches expectations. Retrospectives and regular releases ensure the team learns and stays agile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7680E-1A65-2571-B9DB-A7B665624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1FA77-3579-494C-8244-FF509D1EC6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26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Waterfall would have forced us to freeze requirements, making mid-project changes very costly for SNHU Travel. Agile let us integrate feedback on the fly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1FA77-3579-494C-8244-FF509D1EC6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10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experience with SNHU Travel showed the value of Agile for complex, fast-changing projects. But for stable, regulated projects, Waterfall may still be best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1FA77-3579-494C-8244-FF509D1EC6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25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course documents and industry guides are properly cited here in APA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1FA77-3579-494C-8244-FF509D1EC6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232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54147-2E5C-3215-C009-365B4BE2F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FF60C-98DF-6DE8-647F-A21BAF9E8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D2F7F-672C-ECFC-C281-7FCB28523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28D0-3BF6-4AA0-BF5E-71F53C14851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26006-BD8E-7DD8-1547-854DB4EE9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BEF93-7A05-8B16-F015-310A6C72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1E2D-FC06-4AAF-AC8E-9D9A6ACBB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98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28608-ADBB-1C63-4216-0A234F26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46587-D1B3-FDBF-1DA0-5D8B927FC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08084-8181-A013-26DC-DEDB6E5B9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28D0-3BF6-4AA0-BF5E-71F53C14851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CF155-0FA9-4A40-DE0B-EB269F465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B76F2-297C-D8C0-C543-9E8DD0768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1E2D-FC06-4AAF-AC8E-9D9A6ACBB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100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5DDA0-8014-9E98-2F48-7AE31E3DD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B50D0-7075-32C4-88E0-F1FF7BC46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3BE0E-927E-FF3C-9EA0-38F125378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28D0-3BF6-4AA0-BF5E-71F53C14851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D6E3B-EA23-0201-5246-85BBB8E85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B4097-C523-C45F-F0EC-9178A3550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1E2D-FC06-4AAF-AC8E-9D9A6ACBB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71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AB001-D7EE-F762-715F-DFCE25E0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16FBA-1CBC-64AB-D9CD-24EEF8E1C0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68036-3026-4012-985C-F098BA8B2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C7B34-300A-EBE6-D93F-0F43168BF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28D0-3BF6-4AA0-BF5E-71F53C14851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E8404-EEEB-7048-98C5-ECB2F6A77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2B6F4-AA9E-3F1F-72B7-EEBC4330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1E2D-FC06-4AAF-AC8E-9D9A6ACBB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60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4C736-5376-EA34-182F-361920335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FAA5B-04EF-BD38-ADCF-D9945F000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92587-3770-F312-410E-8AC94994E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144B2-9BA2-8EE3-7007-C6A204F8D8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F905D9-F992-8946-3CA8-87DB5D9DF6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3AC51-F67B-20B9-5C44-BDE3D4506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28D0-3BF6-4AA0-BF5E-71F53C14851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AF98FC-0211-7C22-7A8A-E1A68F80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79E489-519B-5904-8198-88257B7ED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1E2D-FC06-4AAF-AC8E-9D9A6ACBB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7A3F7-E9C1-71EC-7AC4-D9D14E268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B0C934-B8A1-467F-F6FA-155006F99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28D0-3BF6-4AA0-BF5E-71F53C14851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AC0466-4EC6-00AB-97E5-CBC0ECD4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06B75-671E-6A02-6878-99B7E2328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1E2D-FC06-4AAF-AC8E-9D9A6ACBB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3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0ECD42-D515-F39F-CAA3-9E57D481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28D0-3BF6-4AA0-BF5E-71F53C14851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D6987D-D981-3092-FCD9-C4DE1E0F6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89CFE-23F2-A5FF-40E1-A3F27D95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1E2D-FC06-4AAF-AC8E-9D9A6ACBB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18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6D159-CFEE-817A-036B-661D15EA4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BE98A-A956-939F-F9AA-C247A240C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CD59B-1587-F7E0-098E-EFA1AA32D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D894E-3240-2D58-7C77-156E1C2C2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28D0-3BF6-4AA0-BF5E-71F53C14851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B4B9E-7EA2-EEB6-D1D3-35391C573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6EAB2-C736-39FA-D51A-5DC819FF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1E2D-FC06-4AAF-AC8E-9D9A6ACBB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0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5C43B-B52C-9544-8622-D3C41C98D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FC0DCB-2279-CAE4-86FA-D63E2BE34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F2BD6-2CAD-0F78-5244-A7CC2EC65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7DB9F-757F-8BD5-3527-4786EF2EE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28D0-3BF6-4AA0-BF5E-71F53C14851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371A4-9DB2-4173-B86C-37F6188ED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74883-134C-5E19-79A6-52232D47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1E2D-FC06-4AAF-AC8E-9D9A6ACBB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7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017F9-5E2B-3B0C-0962-970EC88CA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B2561-C5FC-97AC-4D4B-1188BD9A6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2228E-6B90-2798-E1FF-559137371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28D0-3BF6-4AA0-BF5E-71F53C14851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F35F3-7CA8-BE91-9B51-F3E91DEA4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CE313-AC53-D854-6EAB-133C804C4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1E2D-FC06-4AAF-AC8E-9D9A6ACBB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76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5C889E-0494-4EE0-DE5D-CF53E56AB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6699FC-A609-5443-9A86-3328D60B7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447B6-1C48-4BB3-D82A-0924DA4C9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28D0-3BF6-4AA0-BF5E-71F53C14851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EF2B2-95B3-2514-C081-AB7731E6A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67D77-C6A8-CF3B-AA8B-84E38FDAE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1E2D-FC06-4AAF-AC8E-9D9A6ACBB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472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45B810-3054-C31B-0425-83E73F4BA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F2828-EF19-D67D-00D8-788DAFB35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45177-DF99-0C81-776E-725B3BEAFB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C628D0-3BF6-4AA0-BF5E-71F53C14851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E972B-99DE-26B8-35A9-CD10C7891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755BE-960A-CF30-CDDE-BB029EAD4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261E2D-FC06-4AAF-AC8E-9D9A6ACBB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65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agile/project-management/agile-vs-waterfal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rumalliance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View from plane wing">
            <a:extLst>
              <a:ext uri="{FF2B5EF4-FFF2-40B4-BE49-F238E27FC236}">
                <a16:creationId xmlns:a16="http://schemas.microsoft.com/office/drawing/2014/main" id="{8B2B17BC-69C9-B765-932E-5173D17D02D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r="-1" b="283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ADA007-AA70-1B57-4218-442DBF46E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5452529" cy="3569242"/>
          </a:xfrm>
        </p:spPr>
        <p:txBody>
          <a:bodyPr anchor="t">
            <a:normAutofit/>
          </a:bodyPr>
          <a:lstStyle/>
          <a:p>
            <a:pPr algn="l"/>
            <a:r>
              <a:rPr lang="en-US" sz="4800" b="1">
                <a:solidFill>
                  <a:srgbClr val="FFFFFF"/>
                </a:solidFill>
              </a:rPr>
              <a:t>Adopting Agile: Lessons Learned From The SNHU Travel Project</a:t>
            </a:r>
            <a:br>
              <a:rPr lang="en-US" sz="4800">
                <a:solidFill>
                  <a:srgbClr val="FFFFFF"/>
                </a:solidFill>
              </a:rPr>
            </a:b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FAB49F-F9B8-569C-62CE-55A46CDC1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4551037"/>
            <a:ext cx="5449479" cy="1578054"/>
          </a:xfrm>
        </p:spPr>
        <p:txBody>
          <a:bodyPr anchor="b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ChadaTech Internal Leadership Briefing</a:t>
            </a:r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  <a:p>
            <a:pPr algn="l"/>
            <a:r>
              <a:rPr lang="en-US">
                <a:solidFill>
                  <a:srgbClr val="FFFFFF"/>
                </a:solidFill>
              </a:rPr>
              <a:t>Jude Nana Baffoe | October 2025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1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F1B80-5165-A4EC-577F-E863F25F3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b="1"/>
              <a:t>Scrum-Agile Team Roles</a:t>
            </a:r>
            <a:br>
              <a:rPr lang="en-US" sz="4200"/>
            </a:br>
            <a:endParaRPr lang="en-US" sz="4200"/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D9D521-366F-7B4B-2910-C1C09CA7FB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9758281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21036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FAB95-A6B1-2DCA-8E1B-9F5451D31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Phases of the Agile SDLC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0349A4-C985-45CB-7DC3-FFD3DAD992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032835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3383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DA36C0-BF4E-7AB2-097A-F3D80C69F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772EC80-0091-1E5E-B616-DCFCEA193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C234666-21EA-3259-8785-6C44990C1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03BAF1-9079-7317-E07A-DCB89D1A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7804857-F175-327F-70DA-82C6103E0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200423-CAD9-B91C-2AB6-D8FE2C2C1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Phases of the Agile SDLC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71E3C6-63B6-ABE2-138B-A73C570903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134513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35309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2A451-1989-1E2E-D5A4-CC1B75D76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Waterfall vs. Agile Comparison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447425-FFBF-7A1B-1D11-522F841671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3919340"/>
              </p:ext>
            </p:extLst>
          </p:nvPr>
        </p:nvGraphicFramePr>
        <p:xfrm>
          <a:off x="644056" y="2721557"/>
          <a:ext cx="10927829" cy="3478253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5500049">
                  <a:extLst>
                    <a:ext uri="{9D8B030D-6E8A-4147-A177-3AD203B41FA5}">
                      <a16:colId xmlns:a16="http://schemas.microsoft.com/office/drawing/2014/main" val="1070365538"/>
                    </a:ext>
                  </a:extLst>
                </a:gridCol>
                <a:gridCol w="5427780">
                  <a:extLst>
                    <a:ext uri="{9D8B030D-6E8A-4147-A177-3AD203B41FA5}">
                      <a16:colId xmlns:a16="http://schemas.microsoft.com/office/drawing/2014/main" val="4114371826"/>
                    </a:ext>
                  </a:extLst>
                </a:gridCol>
              </a:tblGrid>
              <a:tr h="7869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 cap="none" spc="0">
                          <a:solidFill>
                            <a:schemeClr val="tx1"/>
                          </a:solidFill>
                          <a:effectLst/>
                        </a:rPr>
                        <a:t>Waterfall</a:t>
                      </a:r>
                      <a:endParaRPr lang="en-US" sz="28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0351" marR="231950" marT="31529" marB="23646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 cap="none" spc="0">
                          <a:solidFill>
                            <a:schemeClr val="tx1"/>
                          </a:solidFill>
                          <a:effectLst/>
                        </a:rPr>
                        <a:t>Agile/Scrum</a:t>
                      </a:r>
                      <a:endParaRPr lang="en-US" sz="28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0351" marR="231950" marT="31529" marB="23646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806269"/>
                  </a:ext>
                </a:extLst>
              </a:tr>
              <a:tr h="6728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kern="100" cap="none" spc="0">
                          <a:solidFill>
                            <a:schemeClr val="tx1"/>
                          </a:solidFill>
                          <a:effectLst/>
                        </a:rPr>
                        <a:t>Linear, sequential</a:t>
                      </a:r>
                      <a:endParaRPr lang="en-US" sz="2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0351" marR="231950" marT="31529" marB="236467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 cap="none" spc="0">
                          <a:solidFill>
                            <a:schemeClr val="tx1"/>
                          </a:solidFill>
                          <a:effectLst/>
                        </a:rPr>
                        <a:t>Iterative, incremental</a:t>
                      </a:r>
                      <a:endParaRPr lang="en-US" sz="2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0351" marR="231950" marT="31529" marB="23646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682318"/>
                  </a:ext>
                </a:extLst>
              </a:tr>
              <a:tr h="6728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kern="100" cap="none" spc="0">
                          <a:solidFill>
                            <a:schemeClr val="tx1"/>
                          </a:solidFill>
                          <a:effectLst/>
                        </a:rPr>
                        <a:t>Inflexible to change</a:t>
                      </a:r>
                      <a:endParaRPr lang="en-US" sz="2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0351" marR="231950" marT="31529" marB="236467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 cap="none" spc="0">
                          <a:solidFill>
                            <a:schemeClr val="tx1"/>
                          </a:solidFill>
                          <a:effectLst/>
                        </a:rPr>
                        <a:t>Adapts to change quickly</a:t>
                      </a:r>
                      <a:endParaRPr lang="en-US" sz="2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0351" marR="231950" marT="31529" marB="23646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066435"/>
                  </a:ext>
                </a:extLst>
              </a:tr>
              <a:tr h="6728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kern="100" cap="none" spc="0">
                          <a:solidFill>
                            <a:schemeClr val="tx1"/>
                          </a:solidFill>
                          <a:effectLst/>
                        </a:rPr>
                        <a:t>User involvement at end</a:t>
                      </a:r>
                      <a:endParaRPr lang="en-US" sz="2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0351" marR="231950" marT="31529" marB="236467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 cap="none" spc="0">
                          <a:solidFill>
                            <a:schemeClr val="tx1"/>
                          </a:solidFill>
                          <a:effectLst/>
                        </a:rPr>
                        <a:t>Feedback every sprint</a:t>
                      </a:r>
                      <a:endParaRPr lang="en-US" sz="2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0351" marR="231950" marT="31529" marB="23646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082101"/>
                  </a:ext>
                </a:extLst>
              </a:tr>
              <a:tr h="6728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kern="100" cap="none" spc="0">
                          <a:solidFill>
                            <a:schemeClr val="tx1"/>
                          </a:solidFill>
                          <a:effectLst/>
                        </a:rPr>
                        <a:t>Late testing</a:t>
                      </a:r>
                      <a:endParaRPr lang="en-US" sz="2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0351" marR="231950" marT="31529" marB="236467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kern="100" cap="none" spc="0">
                          <a:solidFill>
                            <a:schemeClr val="tx1"/>
                          </a:solidFill>
                          <a:effectLst/>
                        </a:rPr>
                        <a:t>Continuous/test-driven</a:t>
                      </a:r>
                      <a:endParaRPr lang="en-US" sz="2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0351" marR="231950" marT="31529" marB="23646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398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772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F76A3-9586-6E10-2D1F-881636F1F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Deciding Between Waterfall and Agile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2BAA96-C3F2-ABFD-7ACF-1C66D8B19C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99377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46741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54A526-F746-E9B7-89CD-8C1D3545A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5400" b="1">
                <a:solidFill>
                  <a:srgbClr val="FFFFFF"/>
                </a:solidFill>
              </a:rPr>
              <a:t>References</a:t>
            </a:r>
            <a:endParaRPr lang="en-US" sz="5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DA345-64A2-D3BA-E14D-FDBAFAC12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en-US" sz="2200"/>
              <a:t>Atlassian. (2024). Agile vs. Waterfall: Pros, cons, and differences. Retrieved from </a:t>
            </a:r>
            <a:r>
              <a:rPr lang="en-US" sz="2200" u="sng">
                <a:hlinkClick r:id="rId3"/>
              </a:rPr>
              <a:t>https://www.atlassian.com/agile/project-management/agile-vs-waterfall</a:t>
            </a:r>
            <a:br>
              <a:rPr lang="en-US" sz="2200"/>
            </a:br>
            <a:r>
              <a:rPr lang="en-US" sz="2200"/>
              <a:t>CS-250 Agile Team Charter Nana Baffoe. (2025).</a:t>
            </a:r>
            <a:br>
              <a:rPr lang="en-US" sz="2200"/>
            </a:br>
            <a:r>
              <a:rPr lang="en-US" sz="2200"/>
              <a:t>CS-250 Module Six Journal-CS-250 Nana Baffoe. (2025).</a:t>
            </a:r>
            <a:br>
              <a:rPr lang="en-US" sz="2200"/>
            </a:br>
            <a:r>
              <a:rPr lang="en-US" sz="2200"/>
              <a:t>CS-250 Reflections, SNHU Travel Project. (2025).</a:t>
            </a:r>
            <a:br>
              <a:rPr lang="en-US" sz="2200"/>
            </a:br>
            <a:r>
              <a:rPr lang="en-US" sz="2200"/>
              <a:t>Schwaber, K., &amp; Sutherland, J. (2020). The Scrum Guide. Scrum.org.</a:t>
            </a:r>
            <a:br>
              <a:rPr lang="en-US" sz="2200"/>
            </a:br>
            <a:r>
              <a:rPr lang="en-US" sz="2200"/>
              <a:t>Scrum Alliance. (2020). Scrum roles and responsibilities. Retrieved from </a:t>
            </a:r>
            <a:r>
              <a:rPr lang="en-US" sz="2200" u="sng">
                <a:hlinkClick r:id="rId4"/>
              </a:rPr>
              <a:t>https://www.scrumalliance.org/</a:t>
            </a:r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303022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783</Words>
  <Application>Microsoft Office PowerPoint</Application>
  <PresentationFormat>Widescreen</PresentationFormat>
  <Paragraphs>75</Paragraphs>
  <Slides>7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Adopting Agile: Lessons Learned From The SNHU Travel Project </vt:lpstr>
      <vt:lpstr>Scrum-Agile Team Roles </vt:lpstr>
      <vt:lpstr>Phases of the Agile SDLC</vt:lpstr>
      <vt:lpstr>Phases of the Agile SDLC</vt:lpstr>
      <vt:lpstr>Waterfall vs. Agile Comparison</vt:lpstr>
      <vt:lpstr>Deciding Between Waterfall and Agile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Jude Mensah</dc:creator>
  <cp:lastModifiedBy>Jude Mensah</cp:lastModifiedBy>
  <cp:revision>1</cp:revision>
  <dcterms:created xsi:type="dcterms:W3CDTF">2025-10-15T00:11:02Z</dcterms:created>
  <dcterms:modified xsi:type="dcterms:W3CDTF">2025-10-15T00:38:19Z</dcterms:modified>
</cp:coreProperties>
</file>